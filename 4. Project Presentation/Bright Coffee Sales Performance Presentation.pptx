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1" r:id="rId2"/>
    <p:sldId id="2563" r:id="rId3"/>
    <p:sldId id="2564" r:id="rId4"/>
    <p:sldId id="2565" r:id="rId5"/>
    <p:sldId id="2566" r:id="rId6"/>
    <p:sldId id="2567" r:id="rId7"/>
    <p:sldId id="2568" r:id="rId8"/>
    <p:sldId id="2569" r:id="rId9"/>
    <p:sldId id="2570" r:id="rId10"/>
    <p:sldId id="2571"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xecutive Sales Performance Overview" id="{F2CD1778-C6D8-46C0-9473-A8338B5ECF18}">
          <p14:sldIdLst>
            <p14:sldId id="2561"/>
          </p14:sldIdLst>
        </p14:section>
        <p14:section name="Sales Performance Overview" id="{6D079025-96B9-4C13-95DE-F9E1D54B7483}">
          <p14:sldIdLst>
            <p14:sldId id="2563"/>
            <p14:sldId id="2564"/>
            <p14:sldId id="2565"/>
            <p14:sldId id="2566"/>
            <p14:sldId id="2567"/>
            <p14:sldId id="2568"/>
            <p14:sldId id="2569"/>
            <p14:sldId id="2570"/>
            <p14:sldId id="25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1" d="100"/>
          <a:sy n="51" d="100"/>
        </p:scale>
        <p:origin x="360"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Units Sold by Store and Time of Day</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v>Astoria</c:v>
          </c:tx>
          <c:spPr>
            <a:solidFill>
              <a:schemeClr val="accent1"/>
            </a:solidFill>
            <a:ln>
              <a:noFill/>
            </a:ln>
            <a:effectLst/>
          </c:spPr>
          <c:invertIfNegative val="0"/>
          <c:cat>
            <c:strLit>
              <c:ptCount val="2"/>
              <c:pt idx="0">
                <c:v>Afternoon Units</c:v>
              </c:pt>
              <c:pt idx="1">
                <c:v>Morning Units</c:v>
              </c:pt>
            </c:strLit>
          </c:cat>
          <c:val>
            <c:numLit>
              <c:formatCode>General</c:formatCode>
              <c:ptCount val="2"/>
              <c:pt idx="0">
                <c:v>415</c:v>
              </c:pt>
              <c:pt idx="1">
                <c:v>69</c:v>
              </c:pt>
            </c:numLit>
          </c:val>
          <c:extLst>
            <c:ext xmlns:c16="http://schemas.microsoft.com/office/drawing/2014/chart" uri="{C3380CC4-5D6E-409C-BE32-E72D297353CC}">
              <c16:uniqueId val="{00000000-79DB-4691-BF2F-B088957D1AD1}"/>
            </c:ext>
          </c:extLst>
        </c:ser>
        <c:ser>
          <c:idx val="1"/>
          <c:order val="1"/>
          <c:tx>
            <c:v>Hell’s Kitchen</c:v>
          </c:tx>
          <c:spPr>
            <a:solidFill>
              <a:schemeClr val="accent2"/>
            </a:solidFill>
            <a:ln>
              <a:noFill/>
            </a:ln>
            <a:effectLst/>
          </c:spPr>
          <c:invertIfNegative val="0"/>
          <c:cat>
            <c:strLit>
              <c:ptCount val="2"/>
              <c:pt idx="0">
                <c:v>Afternoon Units</c:v>
              </c:pt>
              <c:pt idx="1">
                <c:v>Morning Units</c:v>
              </c:pt>
            </c:strLit>
          </c:cat>
          <c:val>
            <c:numLit>
              <c:formatCode>General</c:formatCode>
              <c:ptCount val="2"/>
              <c:pt idx="0">
                <c:v>311</c:v>
              </c:pt>
              <c:pt idx="1">
                <c:v>174</c:v>
              </c:pt>
            </c:numLit>
          </c:val>
          <c:extLst>
            <c:ext xmlns:c16="http://schemas.microsoft.com/office/drawing/2014/chart" uri="{C3380CC4-5D6E-409C-BE32-E72D297353CC}">
              <c16:uniqueId val="{00000001-79DB-4691-BF2F-B088957D1AD1}"/>
            </c:ext>
          </c:extLst>
        </c:ser>
        <c:ser>
          <c:idx val="2"/>
          <c:order val="2"/>
          <c:tx>
            <c:v>Lower Manhattan</c:v>
          </c:tx>
          <c:spPr>
            <a:solidFill>
              <a:schemeClr val="accent3"/>
            </a:solidFill>
            <a:ln>
              <a:noFill/>
            </a:ln>
            <a:effectLst/>
          </c:spPr>
          <c:invertIfNegative val="0"/>
          <c:cat>
            <c:strLit>
              <c:ptCount val="2"/>
              <c:pt idx="0">
                <c:v>Afternoon Units</c:v>
              </c:pt>
              <c:pt idx="1">
                <c:v>Morning Units</c:v>
              </c:pt>
            </c:strLit>
          </c:cat>
          <c:val>
            <c:numLit>
              <c:formatCode>General</c:formatCode>
              <c:ptCount val="2"/>
              <c:pt idx="0">
                <c:v>266</c:v>
              </c:pt>
              <c:pt idx="1">
                <c:v>192</c:v>
              </c:pt>
            </c:numLit>
          </c:val>
          <c:extLst>
            <c:ext xmlns:c16="http://schemas.microsoft.com/office/drawing/2014/chart" uri="{C3380CC4-5D6E-409C-BE32-E72D297353CC}">
              <c16:uniqueId val="{00000002-79DB-4691-BF2F-B088957D1AD1}"/>
            </c:ext>
          </c:extLst>
        </c:ser>
        <c:ser>
          <c:idx val="3"/>
          <c:order val="3"/>
          <c:tx>
            <c:v>Grand Total</c:v>
          </c:tx>
          <c:spPr>
            <a:solidFill>
              <a:schemeClr val="accent4"/>
            </a:solidFill>
            <a:ln>
              <a:noFill/>
            </a:ln>
            <a:effectLst/>
          </c:spPr>
          <c:invertIfNegative val="0"/>
          <c:cat>
            <c:strLit>
              <c:ptCount val="2"/>
              <c:pt idx="0">
                <c:v>Afternoon Units</c:v>
              </c:pt>
              <c:pt idx="1">
                <c:v>Morning Units</c:v>
              </c:pt>
            </c:strLit>
          </c:cat>
          <c:val>
            <c:numLit>
              <c:formatCode>General</c:formatCode>
              <c:ptCount val="2"/>
              <c:pt idx="0">
                <c:v>992</c:v>
              </c:pt>
              <c:pt idx="1">
                <c:v>435</c:v>
              </c:pt>
            </c:numLit>
          </c:val>
          <c:extLst>
            <c:ext xmlns:c16="http://schemas.microsoft.com/office/drawing/2014/chart" uri="{C3380CC4-5D6E-409C-BE32-E72D297353CC}">
              <c16:uniqueId val="{00000003-79DB-4691-BF2F-B088957D1AD1}"/>
            </c:ext>
          </c:extLst>
        </c:ser>
        <c:dLbls>
          <c:showLegendKey val="0"/>
          <c:showVal val="0"/>
          <c:showCatName val="0"/>
          <c:showSerName val="0"/>
          <c:showPercent val="0"/>
          <c:showBubbleSize val="0"/>
        </c:dLbls>
        <c:gapWidth val="219"/>
        <c:overlap val="-27"/>
        <c:axId val="2102870128"/>
        <c:axId val="2102853808"/>
      </c:barChart>
      <c:catAx>
        <c:axId val="21028701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102853808"/>
        <c:crosses val="autoZero"/>
        <c:auto val="1"/>
        <c:lblAlgn val="ctr"/>
        <c:lblOffset val="100"/>
        <c:noMultiLvlLbl val="0"/>
      </c:catAx>
      <c:valAx>
        <c:axId val="21028538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10287012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_rels/data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image" Target="../media/image10.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image" Target="../media/image10.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6154A15-5639-406E-8084-EB08BBC981EA}"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3D58888C-294B-48D8-AD5C-2290B0975815}">
      <dgm:prSet/>
      <dgm:spPr/>
      <dgm:t>
        <a:bodyPr/>
        <a:lstStyle/>
        <a:p>
          <a:pPr>
            <a:lnSpc>
              <a:spcPct val="100000"/>
            </a:lnSpc>
            <a:defRPr b="1"/>
          </a:pPr>
          <a:r>
            <a:rPr lang="en-US" b="0" i="0"/>
            <a:t>Balanced Store Contributions</a:t>
          </a:r>
          <a:endParaRPr lang="en-US"/>
        </a:p>
      </dgm:t>
    </dgm:pt>
    <dgm:pt modelId="{6099586D-BC64-498B-8366-63367E570DD9}" type="parTrans" cxnId="{A806FB9C-5D71-46CA-9EFF-73ACA9C86542}">
      <dgm:prSet/>
      <dgm:spPr/>
      <dgm:t>
        <a:bodyPr/>
        <a:lstStyle/>
        <a:p>
          <a:endParaRPr lang="en-US"/>
        </a:p>
      </dgm:t>
    </dgm:pt>
    <dgm:pt modelId="{BEDF153E-7413-4F69-9B0B-851EF8145451}" type="sibTrans" cxnId="{A806FB9C-5D71-46CA-9EFF-73ACA9C86542}">
      <dgm:prSet/>
      <dgm:spPr/>
      <dgm:t>
        <a:bodyPr/>
        <a:lstStyle/>
        <a:p>
          <a:pPr>
            <a:lnSpc>
              <a:spcPct val="100000"/>
            </a:lnSpc>
            <a:defRPr b="1"/>
          </a:pPr>
          <a:endParaRPr lang="en-US"/>
        </a:p>
      </dgm:t>
    </dgm:pt>
    <dgm:pt modelId="{20CC4A1B-EBDB-475F-89E4-F4EEA9B813D4}">
      <dgm:prSet/>
      <dgm:spPr/>
      <dgm:t>
        <a:bodyPr/>
        <a:lstStyle/>
        <a:p>
          <a:pPr>
            <a:lnSpc>
              <a:spcPct val="100000"/>
            </a:lnSpc>
          </a:pPr>
          <a:r>
            <a:rPr lang="en-US" b="0" i="0"/>
            <a:t>Astoria, Hell’s Kitchen, and Lower Manhattan all contribute meaningfully without one dominating revenue.</a:t>
          </a:r>
          <a:endParaRPr lang="en-US"/>
        </a:p>
      </dgm:t>
    </dgm:pt>
    <dgm:pt modelId="{032FE65C-EED0-4DBF-8736-E9614347C8C7}" type="parTrans" cxnId="{EBCF08B8-FAFC-4121-8410-81DE1297941D}">
      <dgm:prSet/>
      <dgm:spPr/>
      <dgm:t>
        <a:bodyPr/>
        <a:lstStyle/>
        <a:p>
          <a:endParaRPr lang="en-US"/>
        </a:p>
      </dgm:t>
    </dgm:pt>
    <dgm:pt modelId="{75801888-7720-4DB4-AFB1-1BD3CB199980}" type="sibTrans" cxnId="{EBCF08B8-FAFC-4121-8410-81DE1297941D}">
      <dgm:prSet/>
      <dgm:spPr/>
      <dgm:t>
        <a:bodyPr/>
        <a:lstStyle/>
        <a:p>
          <a:endParaRPr lang="en-US"/>
        </a:p>
      </dgm:t>
    </dgm:pt>
    <dgm:pt modelId="{D4EA6E30-FE10-43CB-AD3F-334920A5796D}">
      <dgm:prSet/>
      <dgm:spPr/>
      <dgm:t>
        <a:bodyPr/>
        <a:lstStyle/>
        <a:p>
          <a:pPr>
            <a:lnSpc>
              <a:spcPct val="100000"/>
            </a:lnSpc>
            <a:defRPr b="1"/>
          </a:pPr>
          <a:r>
            <a:rPr lang="en-US" b="0" i="0"/>
            <a:t>Beverage Sales in Hell’s Kitchen</a:t>
          </a:r>
          <a:endParaRPr lang="en-US"/>
        </a:p>
      </dgm:t>
    </dgm:pt>
    <dgm:pt modelId="{3F2C2B9A-89CD-44E7-939C-F16EB0CB2EFF}" type="parTrans" cxnId="{6F08528B-8756-40F0-BA17-D7D4B1B858E5}">
      <dgm:prSet/>
      <dgm:spPr/>
      <dgm:t>
        <a:bodyPr/>
        <a:lstStyle/>
        <a:p>
          <a:endParaRPr lang="en-US"/>
        </a:p>
      </dgm:t>
    </dgm:pt>
    <dgm:pt modelId="{E3041DB0-3983-442E-B6BF-3218E667C30F}" type="sibTrans" cxnId="{6F08528B-8756-40F0-BA17-D7D4B1B858E5}">
      <dgm:prSet/>
      <dgm:spPr/>
      <dgm:t>
        <a:bodyPr/>
        <a:lstStyle/>
        <a:p>
          <a:pPr>
            <a:lnSpc>
              <a:spcPct val="100000"/>
            </a:lnSpc>
            <a:defRPr b="1"/>
          </a:pPr>
          <a:endParaRPr lang="en-US"/>
        </a:p>
      </dgm:t>
    </dgm:pt>
    <dgm:pt modelId="{C5BCF78D-D0A2-4A7C-B560-F7DF7D75A180}">
      <dgm:prSet/>
      <dgm:spPr/>
      <dgm:t>
        <a:bodyPr/>
        <a:lstStyle/>
        <a:p>
          <a:pPr>
            <a:lnSpc>
              <a:spcPct val="100000"/>
            </a:lnSpc>
          </a:pPr>
          <a:r>
            <a:rPr lang="en-US" b="0" i="0"/>
            <a:t>Hell’s Kitchen leads slightly in beverage sales due to consistent demand throughout the day.</a:t>
          </a:r>
          <a:endParaRPr lang="en-US"/>
        </a:p>
      </dgm:t>
    </dgm:pt>
    <dgm:pt modelId="{96BE5596-F90F-4A0B-9890-7A0BE7C5A39C}" type="parTrans" cxnId="{45C54D55-92DE-4C2B-B637-9399B13EE79E}">
      <dgm:prSet/>
      <dgm:spPr/>
      <dgm:t>
        <a:bodyPr/>
        <a:lstStyle/>
        <a:p>
          <a:endParaRPr lang="en-US"/>
        </a:p>
      </dgm:t>
    </dgm:pt>
    <dgm:pt modelId="{C806F73D-DC9C-4899-967E-F13E94FE63E0}" type="sibTrans" cxnId="{45C54D55-92DE-4C2B-B637-9399B13EE79E}">
      <dgm:prSet/>
      <dgm:spPr/>
      <dgm:t>
        <a:bodyPr/>
        <a:lstStyle/>
        <a:p>
          <a:endParaRPr lang="en-US"/>
        </a:p>
      </dgm:t>
    </dgm:pt>
    <dgm:pt modelId="{ADC3EBC8-FFAE-4440-981D-8152E12E9F50}">
      <dgm:prSet/>
      <dgm:spPr/>
      <dgm:t>
        <a:bodyPr/>
        <a:lstStyle/>
        <a:p>
          <a:pPr>
            <a:lnSpc>
              <a:spcPct val="100000"/>
            </a:lnSpc>
            <a:defRPr b="1"/>
          </a:pPr>
          <a:r>
            <a:rPr lang="en-US" b="0" i="0"/>
            <a:t>Early-Day Trading in Lower Manhattan</a:t>
          </a:r>
          <a:endParaRPr lang="en-US"/>
        </a:p>
      </dgm:t>
    </dgm:pt>
    <dgm:pt modelId="{0A150B4D-78D2-4B96-A61C-9808DA574105}" type="parTrans" cxnId="{22930EEF-E9F2-458C-82F8-CEFA473538E8}">
      <dgm:prSet/>
      <dgm:spPr/>
      <dgm:t>
        <a:bodyPr/>
        <a:lstStyle/>
        <a:p>
          <a:endParaRPr lang="en-US"/>
        </a:p>
      </dgm:t>
    </dgm:pt>
    <dgm:pt modelId="{CD999FCD-4E7B-4ACD-9063-AFFCA5511D8F}" type="sibTrans" cxnId="{22930EEF-E9F2-458C-82F8-CEFA473538E8}">
      <dgm:prSet/>
      <dgm:spPr/>
      <dgm:t>
        <a:bodyPr/>
        <a:lstStyle/>
        <a:p>
          <a:pPr>
            <a:lnSpc>
              <a:spcPct val="100000"/>
            </a:lnSpc>
            <a:defRPr b="1"/>
          </a:pPr>
          <a:endParaRPr lang="en-US"/>
        </a:p>
      </dgm:t>
    </dgm:pt>
    <dgm:pt modelId="{4921D79E-81D3-458B-85F4-7F86B083F57C}">
      <dgm:prSet/>
      <dgm:spPr/>
      <dgm:t>
        <a:bodyPr/>
        <a:lstStyle/>
        <a:p>
          <a:pPr>
            <a:lnSpc>
              <a:spcPct val="100000"/>
            </a:lnSpc>
          </a:pPr>
          <a:r>
            <a:rPr lang="en-US" b="0" i="0"/>
            <a:t>Lower Manhattan shows strong early-day sales driven by commuters valuing speed and convenience.</a:t>
          </a:r>
          <a:endParaRPr lang="en-US"/>
        </a:p>
      </dgm:t>
    </dgm:pt>
    <dgm:pt modelId="{2E9462EF-4DE7-4AED-89C4-0A81708F4D23}" type="parTrans" cxnId="{82CC8E4F-2889-4122-BE54-B18A64B83F5F}">
      <dgm:prSet/>
      <dgm:spPr/>
      <dgm:t>
        <a:bodyPr/>
        <a:lstStyle/>
        <a:p>
          <a:endParaRPr lang="en-US"/>
        </a:p>
      </dgm:t>
    </dgm:pt>
    <dgm:pt modelId="{B8AC6FBF-05D3-4BC7-B42F-C86AF54C09C8}" type="sibTrans" cxnId="{82CC8E4F-2889-4122-BE54-B18A64B83F5F}">
      <dgm:prSet/>
      <dgm:spPr/>
      <dgm:t>
        <a:bodyPr/>
        <a:lstStyle/>
        <a:p>
          <a:endParaRPr lang="en-US"/>
        </a:p>
      </dgm:t>
    </dgm:pt>
    <dgm:pt modelId="{DDE2B4A9-2D4F-4E2D-9B83-5FD0AF89FB33}">
      <dgm:prSet/>
      <dgm:spPr/>
      <dgm:t>
        <a:bodyPr/>
        <a:lstStyle/>
        <a:p>
          <a:pPr>
            <a:lnSpc>
              <a:spcPct val="100000"/>
            </a:lnSpc>
            <a:defRPr b="1"/>
          </a:pPr>
          <a:r>
            <a:rPr lang="en-US" b="0" i="0"/>
            <a:t>Tailored Store Strategies</a:t>
          </a:r>
          <a:endParaRPr lang="en-US"/>
        </a:p>
      </dgm:t>
    </dgm:pt>
    <dgm:pt modelId="{8F95CE65-8C21-4422-915E-B66D2AB222B5}" type="parTrans" cxnId="{2B89BF13-6CD6-4B41-84DE-C99A07FF6DAB}">
      <dgm:prSet/>
      <dgm:spPr/>
      <dgm:t>
        <a:bodyPr/>
        <a:lstStyle/>
        <a:p>
          <a:endParaRPr lang="en-US"/>
        </a:p>
      </dgm:t>
    </dgm:pt>
    <dgm:pt modelId="{511A0E34-A626-4879-8A13-642562543AA1}" type="sibTrans" cxnId="{2B89BF13-6CD6-4B41-84DE-C99A07FF6DAB}">
      <dgm:prSet/>
      <dgm:spPr/>
      <dgm:t>
        <a:bodyPr/>
        <a:lstStyle/>
        <a:p>
          <a:endParaRPr lang="en-US"/>
        </a:p>
      </dgm:t>
    </dgm:pt>
    <dgm:pt modelId="{0DA50399-2F66-45EB-AF76-CCE9FD316EB6}">
      <dgm:prSet/>
      <dgm:spPr/>
      <dgm:t>
        <a:bodyPr/>
        <a:lstStyle/>
        <a:p>
          <a:pPr>
            <a:lnSpc>
              <a:spcPct val="100000"/>
            </a:lnSpc>
          </a:pPr>
          <a:r>
            <a:rPr lang="en-US" b="0" i="0"/>
            <a:t>Store-specific promotions and staffing optimize performance based on unique demand patterns.</a:t>
          </a:r>
          <a:endParaRPr lang="en-US"/>
        </a:p>
      </dgm:t>
    </dgm:pt>
    <dgm:pt modelId="{0003C15D-A16C-4975-943B-A2E2BA5FAAA3}" type="parTrans" cxnId="{3093A1E6-0F3D-401E-AD7D-71E47ED89EB2}">
      <dgm:prSet/>
      <dgm:spPr/>
      <dgm:t>
        <a:bodyPr/>
        <a:lstStyle/>
        <a:p>
          <a:endParaRPr lang="en-US"/>
        </a:p>
      </dgm:t>
    </dgm:pt>
    <dgm:pt modelId="{D79CEAB6-1C51-42EE-97F5-EE4CA7AD2103}" type="sibTrans" cxnId="{3093A1E6-0F3D-401E-AD7D-71E47ED89EB2}">
      <dgm:prSet/>
      <dgm:spPr/>
      <dgm:t>
        <a:bodyPr/>
        <a:lstStyle/>
        <a:p>
          <a:endParaRPr lang="en-US"/>
        </a:p>
      </dgm:t>
    </dgm:pt>
    <dgm:pt modelId="{9159CC2E-B19E-4D15-90A0-069E64DFB918}" type="pres">
      <dgm:prSet presAssocID="{76154A15-5639-406E-8084-EB08BBC981EA}" presName="Name0" presStyleCnt="0">
        <dgm:presLayoutVars>
          <dgm:dir/>
          <dgm:resizeHandles val="exact"/>
        </dgm:presLayoutVars>
      </dgm:prSet>
      <dgm:spPr/>
    </dgm:pt>
    <dgm:pt modelId="{C630F549-A076-4436-8191-20637536F6CB}" type="pres">
      <dgm:prSet presAssocID="{3D58888C-294B-48D8-AD5C-2290B0975815}" presName="compNode" presStyleCnt="0"/>
      <dgm:spPr/>
    </dgm:pt>
    <dgm:pt modelId="{C3230D10-594C-4771-8152-7E56A46D172F}" type="pres">
      <dgm:prSet presAssocID="{3D58888C-294B-48D8-AD5C-2290B0975815}" presName="pictRect" presStyleLbl="revTx" presStyleIdx="0" presStyleCnt="8">
        <dgm:presLayoutVars>
          <dgm:chMax val="0"/>
          <dgm:bulletEnabled/>
        </dgm:presLayoutVars>
      </dgm:prSet>
      <dgm:spPr/>
    </dgm:pt>
    <dgm:pt modelId="{BA70AAF4-2D56-4E77-9F49-45077613DD7D}" type="pres">
      <dgm:prSet presAssocID="{3D58888C-294B-48D8-AD5C-2290B0975815}" presName="textRect" presStyleLbl="revTx" presStyleIdx="1" presStyleCnt="8">
        <dgm:presLayoutVars>
          <dgm:bulletEnabled/>
        </dgm:presLayoutVars>
      </dgm:prSet>
      <dgm:spPr/>
    </dgm:pt>
    <dgm:pt modelId="{4E52431D-E579-46C1-80EE-94B3AD2EECE7}" type="pres">
      <dgm:prSet presAssocID="{BEDF153E-7413-4F69-9B0B-851EF8145451}" presName="sibTrans" presStyleLbl="sibTrans2D1" presStyleIdx="0" presStyleCnt="0"/>
      <dgm:spPr/>
    </dgm:pt>
    <dgm:pt modelId="{F3F6D7FF-1BB8-4252-A5DF-8A27409FF72F}" type="pres">
      <dgm:prSet presAssocID="{D4EA6E30-FE10-43CB-AD3F-334920A5796D}" presName="compNode" presStyleCnt="0"/>
      <dgm:spPr/>
    </dgm:pt>
    <dgm:pt modelId="{2CE61010-2160-4C89-961F-8A294FD07390}" type="pres">
      <dgm:prSet presAssocID="{D4EA6E30-FE10-43CB-AD3F-334920A5796D}" presName="pictRect" presStyleLbl="revTx" presStyleIdx="2" presStyleCnt="8">
        <dgm:presLayoutVars>
          <dgm:chMax val="0"/>
          <dgm:bulletEnabled/>
        </dgm:presLayoutVars>
      </dgm:prSet>
      <dgm:spPr/>
    </dgm:pt>
    <dgm:pt modelId="{07F6890E-6C3A-40C1-9E29-00407AD68B43}" type="pres">
      <dgm:prSet presAssocID="{D4EA6E30-FE10-43CB-AD3F-334920A5796D}" presName="textRect" presStyleLbl="revTx" presStyleIdx="3" presStyleCnt="8">
        <dgm:presLayoutVars>
          <dgm:bulletEnabled/>
        </dgm:presLayoutVars>
      </dgm:prSet>
      <dgm:spPr/>
    </dgm:pt>
    <dgm:pt modelId="{FCD3388B-4062-4F3E-86B4-1B512799BF38}" type="pres">
      <dgm:prSet presAssocID="{E3041DB0-3983-442E-B6BF-3218E667C30F}" presName="sibTrans" presStyleLbl="sibTrans2D1" presStyleIdx="0" presStyleCnt="0"/>
      <dgm:spPr/>
    </dgm:pt>
    <dgm:pt modelId="{F1D56758-C620-48B7-BF26-8182ADB6DE5C}" type="pres">
      <dgm:prSet presAssocID="{ADC3EBC8-FFAE-4440-981D-8152E12E9F50}" presName="compNode" presStyleCnt="0"/>
      <dgm:spPr/>
    </dgm:pt>
    <dgm:pt modelId="{62A0A37F-1074-4F68-A0FB-F64E57ED0B96}" type="pres">
      <dgm:prSet presAssocID="{ADC3EBC8-FFAE-4440-981D-8152E12E9F50}" presName="pictRect" presStyleLbl="revTx" presStyleIdx="4" presStyleCnt="8">
        <dgm:presLayoutVars>
          <dgm:chMax val="0"/>
          <dgm:bulletEnabled/>
        </dgm:presLayoutVars>
      </dgm:prSet>
      <dgm:spPr/>
    </dgm:pt>
    <dgm:pt modelId="{57BE5BD0-5EC3-4396-9AD7-12AC1E2E3920}" type="pres">
      <dgm:prSet presAssocID="{ADC3EBC8-FFAE-4440-981D-8152E12E9F50}" presName="textRect" presStyleLbl="revTx" presStyleIdx="5" presStyleCnt="8">
        <dgm:presLayoutVars>
          <dgm:bulletEnabled/>
        </dgm:presLayoutVars>
      </dgm:prSet>
      <dgm:spPr/>
    </dgm:pt>
    <dgm:pt modelId="{9FA2DBF4-E792-4E91-A52A-1A4FB0D01D25}" type="pres">
      <dgm:prSet presAssocID="{CD999FCD-4E7B-4ACD-9063-AFFCA5511D8F}" presName="sibTrans" presStyleLbl="sibTrans2D1" presStyleIdx="0" presStyleCnt="0"/>
      <dgm:spPr/>
    </dgm:pt>
    <dgm:pt modelId="{A24DEE28-CB0E-4166-A47A-7737FD274BC2}" type="pres">
      <dgm:prSet presAssocID="{DDE2B4A9-2D4F-4E2D-9B83-5FD0AF89FB33}" presName="compNode" presStyleCnt="0"/>
      <dgm:spPr/>
    </dgm:pt>
    <dgm:pt modelId="{FEBD8601-BCA8-4C55-AA18-A41407ADD984}" type="pres">
      <dgm:prSet presAssocID="{DDE2B4A9-2D4F-4E2D-9B83-5FD0AF89FB33}" presName="pictRect" presStyleLbl="revTx" presStyleIdx="6" presStyleCnt="8">
        <dgm:presLayoutVars>
          <dgm:chMax val="0"/>
          <dgm:bulletEnabled/>
        </dgm:presLayoutVars>
      </dgm:prSet>
      <dgm:spPr/>
    </dgm:pt>
    <dgm:pt modelId="{C7D834F9-9B4B-47F1-85B9-FDFA82FDB2ED}" type="pres">
      <dgm:prSet presAssocID="{DDE2B4A9-2D4F-4E2D-9B83-5FD0AF89FB33}" presName="textRect" presStyleLbl="revTx" presStyleIdx="7" presStyleCnt="8">
        <dgm:presLayoutVars>
          <dgm:bulletEnabled/>
        </dgm:presLayoutVars>
      </dgm:prSet>
      <dgm:spPr/>
    </dgm:pt>
  </dgm:ptLst>
  <dgm:cxnLst>
    <dgm:cxn modelId="{2B89BF13-6CD6-4B41-84DE-C99A07FF6DAB}" srcId="{76154A15-5639-406E-8084-EB08BBC981EA}" destId="{DDE2B4A9-2D4F-4E2D-9B83-5FD0AF89FB33}" srcOrd="3" destOrd="0" parTransId="{8F95CE65-8C21-4422-915E-B66D2AB222B5}" sibTransId="{511A0E34-A626-4879-8A13-642562543AA1}"/>
    <dgm:cxn modelId="{E6C83327-1A58-4011-BFAF-E2C3B441CA14}" type="presOf" srcId="{DDE2B4A9-2D4F-4E2D-9B83-5FD0AF89FB33}" destId="{FEBD8601-BCA8-4C55-AA18-A41407ADD984}" srcOrd="0" destOrd="0" presId="urn:microsoft.com/office/officeart/2024/3/layout/hArchList1"/>
    <dgm:cxn modelId="{23356027-BA4B-4DEC-892E-41A5DCE3D3EE}" type="presOf" srcId="{3D58888C-294B-48D8-AD5C-2290B0975815}" destId="{C3230D10-594C-4771-8152-7E56A46D172F}" srcOrd="0" destOrd="0" presId="urn:microsoft.com/office/officeart/2024/3/layout/hArchList1"/>
    <dgm:cxn modelId="{DC3D3946-3709-4169-AD0D-703537B49311}" type="presOf" srcId="{0DA50399-2F66-45EB-AF76-CCE9FD316EB6}" destId="{C7D834F9-9B4B-47F1-85B9-FDFA82FDB2ED}" srcOrd="0" destOrd="0" presId="urn:microsoft.com/office/officeart/2024/3/layout/hArchList1"/>
    <dgm:cxn modelId="{82CC8E4F-2889-4122-BE54-B18A64B83F5F}" srcId="{ADC3EBC8-FFAE-4440-981D-8152E12E9F50}" destId="{4921D79E-81D3-458B-85F4-7F86B083F57C}" srcOrd="0" destOrd="0" parTransId="{2E9462EF-4DE7-4AED-89C4-0A81708F4D23}" sibTransId="{B8AC6FBF-05D3-4BC7-B42F-C86AF54C09C8}"/>
    <dgm:cxn modelId="{45C54D55-92DE-4C2B-B637-9399B13EE79E}" srcId="{D4EA6E30-FE10-43CB-AD3F-334920A5796D}" destId="{C5BCF78D-D0A2-4A7C-B560-F7DF7D75A180}" srcOrd="0" destOrd="0" parTransId="{96BE5596-F90F-4A0B-9890-7A0BE7C5A39C}" sibTransId="{C806F73D-DC9C-4899-967E-F13E94FE63E0}"/>
    <dgm:cxn modelId="{C6F0815A-9B08-4A17-BB94-4148FBDD9E55}" type="presOf" srcId="{76154A15-5639-406E-8084-EB08BBC981EA}" destId="{9159CC2E-B19E-4D15-90A0-069E64DFB918}" srcOrd="0" destOrd="0" presId="urn:microsoft.com/office/officeart/2024/3/layout/hArchList1"/>
    <dgm:cxn modelId="{6F08528B-8756-40F0-BA17-D7D4B1B858E5}" srcId="{76154A15-5639-406E-8084-EB08BBC981EA}" destId="{D4EA6E30-FE10-43CB-AD3F-334920A5796D}" srcOrd="1" destOrd="0" parTransId="{3F2C2B9A-89CD-44E7-939C-F16EB0CB2EFF}" sibTransId="{E3041DB0-3983-442E-B6BF-3218E667C30F}"/>
    <dgm:cxn modelId="{5A476E9B-DD83-464E-A79F-4AC29B9FEE72}" type="presOf" srcId="{BEDF153E-7413-4F69-9B0B-851EF8145451}" destId="{4E52431D-E579-46C1-80EE-94B3AD2EECE7}" srcOrd="0" destOrd="0" presId="urn:microsoft.com/office/officeart/2024/3/layout/hArchList1"/>
    <dgm:cxn modelId="{A806FB9C-5D71-46CA-9EFF-73ACA9C86542}" srcId="{76154A15-5639-406E-8084-EB08BBC981EA}" destId="{3D58888C-294B-48D8-AD5C-2290B0975815}" srcOrd="0" destOrd="0" parTransId="{6099586D-BC64-498B-8366-63367E570DD9}" sibTransId="{BEDF153E-7413-4F69-9B0B-851EF8145451}"/>
    <dgm:cxn modelId="{199AC6AC-AC7E-4A0D-AC51-168E11173E78}" type="presOf" srcId="{D4EA6E30-FE10-43CB-AD3F-334920A5796D}" destId="{2CE61010-2160-4C89-961F-8A294FD07390}" srcOrd="0" destOrd="0" presId="urn:microsoft.com/office/officeart/2024/3/layout/hArchList1"/>
    <dgm:cxn modelId="{3B7A45AD-1B33-4725-9C0A-BEFD4C662E60}" type="presOf" srcId="{C5BCF78D-D0A2-4A7C-B560-F7DF7D75A180}" destId="{07F6890E-6C3A-40C1-9E29-00407AD68B43}" srcOrd="0" destOrd="0" presId="urn:microsoft.com/office/officeart/2024/3/layout/hArchList1"/>
    <dgm:cxn modelId="{4ABF46AD-B6A7-46FF-9FAE-7BD988218433}" type="presOf" srcId="{CD999FCD-4E7B-4ACD-9063-AFFCA5511D8F}" destId="{9FA2DBF4-E792-4E91-A52A-1A4FB0D01D25}" srcOrd="0" destOrd="0" presId="urn:microsoft.com/office/officeart/2024/3/layout/hArchList1"/>
    <dgm:cxn modelId="{6B4986B1-5C5A-41FE-8156-FDC42B684DE6}" type="presOf" srcId="{4921D79E-81D3-458B-85F4-7F86B083F57C}" destId="{57BE5BD0-5EC3-4396-9AD7-12AC1E2E3920}" srcOrd="0" destOrd="0" presId="urn:microsoft.com/office/officeart/2024/3/layout/hArchList1"/>
    <dgm:cxn modelId="{EBCF08B8-FAFC-4121-8410-81DE1297941D}" srcId="{3D58888C-294B-48D8-AD5C-2290B0975815}" destId="{20CC4A1B-EBDB-475F-89E4-F4EEA9B813D4}" srcOrd="0" destOrd="0" parTransId="{032FE65C-EED0-4DBF-8736-E9614347C8C7}" sibTransId="{75801888-7720-4DB4-AFB1-1BD3CB199980}"/>
    <dgm:cxn modelId="{BEBD40C5-CD23-4573-B6CA-E13884004604}" type="presOf" srcId="{20CC4A1B-EBDB-475F-89E4-F4EEA9B813D4}" destId="{BA70AAF4-2D56-4E77-9F49-45077613DD7D}" srcOrd="0" destOrd="0" presId="urn:microsoft.com/office/officeart/2024/3/layout/hArchList1"/>
    <dgm:cxn modelId="{9FD870C5-2A8D-4F30-86CF-BC527E8F2CE5}" type="presOf" srcId="{E3041DB0-3983-442E-B6BF-3218E667C30F}" destId="{FCD3388B-4062-4F3E-86B4-1B512799BF38}" srcOrd="0" destOrd="0" presId="urn:microsoft.com/office/officeart/2024/3/layout/hArchList1"/>
    <dgm:cxn modelId="{C708A3CC-9E5D-472B-81C6-712707B8DDA4}" type="presOf" srcId="{ADC3EBC8-FFAE-4440-981D-8152E12E9F50}" destId="{62A0A37F-1074-4F68-A0FB-F64E57ED0B96}" srcOrd="0" destOrd="0" presId="urn:microsoft.com/office/officeart/2024/3/layout/hArchList1"/>
    <dgm:cxn modelId="{3093A1E6-0F3D-401E-AD7D-71E47ED89EB2}" srcId="{DDE2B4A9-2D4F-4E2D-9B83-5FD0AF89FB33}" destId="{0DA50399-2F66-45EB-AF76-CCE9FD316EB6}" srcOrd="0" destOrd="0" parTransId="{0003C15D-A16C-4975-943B-A2E2BA5FAAA3}" sibTransId="{D79CEAB6-1C51-42EE-97F5-EE4CA7AD2103}"/>
    <dgm:cxn modelId="{22930EEF-E9F2-458C-82F8-CEFA473538E8}" srcId="{76154A15-5639-406E-8084-EB08BBC981EA}" destId="{ADC3EBC8-FFAE-4440-981D-8152E12E9F50}" srcOrd="2" destOrd="0" parTransId="{0A150B4D-78D2-4B96-A61C-9808DA574105}" sibTransId="{CD999FCD-4E7B-4ACD-9063-AFFCA5511D8F}"/>
    <dgm:cxn modelId="{F0F264C2-48D6-4C2E-A149-C9A0AAF8D46F}" type="presParOf" srcId="{9159CC2E-B19E-4D15-90A0-069E64DFB918}" destId="{C630F549-A076-4436-8191-20637536F6CB}" srcOrd="0" destOrd="0" presId="urn:microsoft.com/office/officeart/2024/3/layout/hArchList1"/>
    <dgm:cxn modelId="{087586DF-660A-42DE-9CF9-19015B90C91D}" type="presParOf" srcId="{C630F549-A076-4436-8191-20637536F6CB}" destId="{C3230D10-594C-4771-8152-7E56A46D172F}" srcOrd="0" destOrd="0" presId="urn:microsoft.com/office/officeart/2024/3/layout/hArchList1"/>
    <dgm:cxn modelId="{EC8E6154-FE56-492F-835C-1758D9B7C2DC}" type="presParOf" srcId="{C630F549-A076-4436-8191-20637536F6CB}" destId="{BA70AAF4-2D56-4E77-9F49-45077613DD7D}" srcOrd="1" destOrd="0" presId="urn:microsoft.com/office/officeart/2024/3/layout/hArchList1"/>
    <dgm:cxn modelId="{71080D36-B50C-4C6F-935A-1F715AFB7597}" type="presParOf" srcId="{9159CC2E-B19E-4D15-90A0-069E64DFB918}" destId="{4E52431D-E579-46C1-80EE-94B3AD2EECE7}" srcOrd="1" destOrd="0" presId="urn:microsoft.com/office/officeart/2024/3/layout/hArchList1"/>
    <dgm:cxn modelId="{5A2B5794-F6DC-4887-874B-F3B4E5DA3807}" type="presParOf" srcId="{9159CC2E-B19E-4D15-90A0-069E64DFB918}" destId="{F3F6D7FF-1BB8-4252-A5DF-8A27409FF72F}" srcOrd="2" destOrd="0" presId="urn:microsoft.com/office/officeart/2024/3/layout/hArchList1"/>
    <dgm:cxn modelId="{4C84E231-72D4-4907-94F2-16A9B58F46D1}" type="presParOf" srcId="{F3F6D7FF-1BB8-4252-A5DF-8A27409FF72F}" destId="{2CE61010-2160-4C89-961F-8A294FD07390}" srcOrd="0" destOrd="0" presId="urn:microsoft.com/office/officeart/2024/3/layout/hArchList1"/>
    <dgm:cxn modelId="{F2D98364-A6AD-430A-B9F4-AECC8774A5C7}" type="presParOf" srcId="{F3F6D7FF-1BB8-4252-A5DF-8A27409FF72F}" destId="{07F6890E-6C3A-40C1-9E29-00407AD68B43}" srcOrd="1" destOrd="0" presId="urn:microsoft.com/office/officeart/2024/3/layout/hArchList1"/>
    <dgm:cxn modelId="{D70BC157-910F-4B92-AA34-CB384D3BE98B}" type="presParOf" srcId="{9159CC2E-B19E-4D15-90A0-069E64DFB918}" destId="{FCD3388B-4062-4F3E-86B4-1B512799BF38}" srcOrd="3" destOrd="0" presId="urn:microsoft.com/office/officeart/2024/3/layout/hArchList1"/>
    <dgm:cxn modelId="{B80D720D-A758-4F55-BF2A-34CB3478E79E}" type="presParOf" srcId="{9159CC2E-B19E-4D15-90A0-069E64DFB918}" destId="{F1D56758-C620-48B7-BF26-8182ADB6DE5C}" srcOrd="4" destOrd="0" presId="urn:microsoft.com/office/officeart/2024/3/layout/hArchList1"/>
    <dgm:cxn modelId="{FC4068E2-D6BD-4DB1-9887-5972030EF08C}" type="presParOf" srcId="{F1D56758-C620-48B7-BF26-8182ADB6DE5C}" destId="{62A0A37F-1074-4F68-A0FB-F64E57ED0B96}" srcOrd="0" destOrd="0" presId="urn:microsoft.com/office/officeart/2024/3/layout/hArchList1"/>
    <dgm:cxn modelId="{25C87652-24A4-483A-9787-BE75B92D9D47}" type="presParOf" srcId="{F1D56758-C620-48B7-BF26-8182ADB6DE5C}" destId="{57BE5BD0-5EC3-4396-9AD7-12AC1E2E3920}" srcOrd="1" destOrd="0" presId="urn:microsoft.com/office/officeart/2024/3/layout/hArchList1"/>
    <dgm:cxn modelId="{86B32D50-856D-4187-84C1-E6467045AFB1}" type="presParOf" srcId="{9159CC2E-B19E-4D15-90A0-069E64DFB918}" destId="{9FA2DBF4-E792-4E91-A52A-1A4FB0D01D25}" srcOrd="5" destOrd="0" presId="urn:microsoft.com/office/officeart/2024/3/layout/hArchList1"/>
    <dgm:cxn modelId="{6D352230-C71F-4B55-BE11-48737D3BF7DB}" type="presParOf" srcId="{9159CC2E-B19E-4D15-90A0-069E64DFB918}" destId="{A24DEE28-CB0E-4166-A47A-7737FD274BC2}" srcOrd="6" destOrd="0" presId="urn:microsoft.com/office/officeart/2024/3/layout/hArchList1"/>
    <dgm:cxn modelId="{C452D19C-BB77-4D08-880A-3237960E9C6A}" type="presParOf" srcId="{A24DEE28-CB0E-4166-A47A-7737FD274BC2}" destId="{FEBD8601-BCA8-4C55-AA18-A41407ADD984}" srcOrd="0" destOrd="0" presId="urn:microsoft.com/office/officeart/2024/3/layout/hArchList1"/>
    <dgm:cxn modelId="{2837E868-5D40-4115-A7BF-02F2958D852E}" type="presParOf" srcId="{A24DEE28-CB0E-4166-A47A-7737FD274BC2}" destId="{C7D834F9-9B4B-47F1-85B9-FDFA82FDB2ED}"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F9C8E63-8D71-40CC-A752-17C3B2B36D79}" type="doc">
      <dgm:prSet loTypeId="urn:microsoft.com/office/officeart/2024/3/layout/verticalVisualTextBlock1" loCatId="Picture" qsTypeId="urn:microsoft.com/office/officeart/2005/8/quickstyle/simple4" qsCatId="simple" csTypeId="urn:microsoft.com/office/officeart/2005/8/colors/accent1_2" csCatId="accent1" phldr="1"/>
      <dgm:spPr/>
      <dgm:t>
        <a:bodyPr/>
        <a:lstStyle/>
        <a:p>
          <a:endParaRPr lang="en-US"/>
        </a:p>
      </dgm:t>
    </dgm:pt>
    <dgm:pt modelId="{B3C9AD78-065E-4067-8933-C8D7E6E01CC3}">
      <dgm:prSet/>
      <dgm:spPr/>
      <dgm:t>
        <a:bodyPr/>
        <a:lstStyle/>
        <a:p>
          <a:pPr>
            <a:defRPr b="1"/>
          </a:pPr>
          <a:r>
            <a:rPr lang="en-US"/>
            <a:t>Demand Patterns</a:t>
          </a:r>
        </a:p>
      </dgm:t>
    </dgm:pt>
    <dgm:pt modelId="{CF883D3D-26B6-4943-81AB-A5286ACF3252}" type="parTrans" cxnId="{6C2D47DE-26E5-4B34-8C8D-B43062AA5817}">
      <dgm:prSet/>
      <dgm:spPr/>
      <dgm:t>
        <a:bodyPr/>
        <a:lstStyle/>
        <a:p>
          <a:endParaRPr lang="en-US"/>
        </a:p>
      </dgm:t>
    </dgm:pt>
    <dgm:pt modelId="{4B27F46E-E88C-4C17-8D24-1FE8C07E83D1}" type="sibTrans" cxnId="{6C2D47DE-26E5-4B34-8C8D-B43062AA5817}">
      <dgm:prSet/>
      <dgm:spPr/>
      <dgm:t>
        <a:bodyPr/>
        <a:lstStyle/>
        <a:p>
          <a:pPr>
            <a:defRPr b="1"/>
          </a:pPr>
          <a:endParaRPr lang="en-US"/>
        </a:p>
      </dgm:t>
    </dgm:pt>
    <dgm:pt modelId="{61778929-81A0-4618-81FD-C0E0E192458C}">
      <dgm:prSet/>
      <dgm:spPr/>
      <dgm:t>
        <a:bodyPr/>
        <a:lstStyle/>
        <a:p>
          <a:r>
            <a:rPr lang="en-US"/>
            <a:t>Tea demand peaks during Late Morning and Afternoon, with sales dropping sharply at night, especially in Lower Manhattan.</a:t>
          </a:r>
        </a:p>
      </dgm:t>
    </dgm:pt>
    <dgm:pt modelId="{F5F3261B-2D1E-4DF3-A6D2-0C309387588B}" type="parTrans" cxnId="{43BFB249-8523-4EBE-9FC8-29D28B15B4F4}">
      <dgm:prSet/>
      <dgm:spPr/>
      <dgm:t>
        <a:bodyPr/>
        <a:lstStyle/>
        <a:p>
          <a:endParaRPr lang="en-US"/>
        </a:p>
      </dgm:t>
    </dgm:pt>
    <dgm:pt modelId="{40713512-2538-4A7E-8A4C-38A773192122}" type="sibTrans" cxnId="{43BFB249-8523-4EBE-9FC8-29D28B15B4F4}">
      <dgm:prSet/>
      <dgm:spPr/>
      <dgm:t>
        <a:bodyPr/>
        <a:lstStyle/>
        <a:p>
          <a:endParaRPr lang="en-US"/>
        </a:p>
      </dgm:t>
    </dgm:pt>
    <dgm:pt modelId="{E13C30F0-E298-43A3-B9F1-1BA06EEB269E}">
      <dgm:prSet/>
      <dgm:spPr/>
      <dgm:t>
        <a:bodyPr/>
        <a:lstStyle/>
        <a:p>
          <a:pPr>
            <a:defRPr b="1"/>
          </a:pPr>
          <a:r>
            <a:rPr lang="en-US"/>
            <a:t>Complementary Role</a:t>
          </a:r>
        </a:p>
      </dgm:t>
    </dgm:pt>
    <dgm:pt modelId="{1ED087A8-A0F5-4AA8-A5AF-6A89560D5469}" type="parTrans" cxnId="{DDC0DB1D-50BE-404C-AD22-FA5AC5EEF957}">
      <dgm:prSet/>
      <dgm:spPr/>
      <dgm:t>
        <a:bodyPr/>
        <a:lstStyle/>
        <a:p>
          <a:endParaRPr lang="en-US"/>
        </a:p>
      </dgm:t>
    </dgm:pt>
    <dgm:pt modelId="{A6F74728-F041-4D33-B00B-4BBF541ACBEA}" type="sibTrans" cxnId="{DDC0DB1D-50BE-404C-AD22-FA5AC5EEF957}">
      <dgm:prSet/>
      <dgm:spPr/>
      <dgm:t>
        <a:bodyPr/>
        <a:lstStyle/>
        <a:p>
          <a:pPr>
            <a:defRPr b="1"/>
          </a:pPr>
          <a:endParaRPr lang="en-US"/>
        </a:p>
      </dgm:t>
    </dgm:pt>
    <dgm:pt modelId="{102F3C02-E307-4004-A110-7D77BCD644F0}">
      <dgm:prSet/>
      <dgm:spPr/>
      <dgm:t>
        <a:bodyPr/>
        <a:lstStyle/>
        <a:p>
          <a:r>
            <a:rPr lang="en-US"/>
            <a:t>Tea benefits from complementing Coffee sales rather than independently driving traffic across stores.</a:t>
          </a:r>
        </a:p>
      </dgm:t>
    </dgm:pt>
    <dgm:pt modelId="{2BD83A10-FBD8-4491-A5B3-6DB1F2FFD75C}" type="parTrans" cxnId="{0B17CA37-1BBA-4D8C-89A8-E9371319B576}">
      <dgm:prSet/>
      <dgm:spPr/>
      <dgm:t>
        <a:bodyPr/>
        <a:lstStyle/>
        <a:p>
          <a:endParaRPr lang="en-US"/>
        </a:p>
      </dgm:t>
    </dgm:pt>
    <dgm:pt modelId="{12E6F6E5-C255-4804-891A-022F8949A843}" type="sibTrans" cxnId="{0B17CA37-1BBA-4D8C-89A8-E9371319B576}">
      <dgm:prSet/>
      <dgm:spPr/>
      <dgm:t>
        <a:bodyPr/>
        <a:lstStyle/>
        <a:p>
          <a:endParaRPr lang="en-US"/>
        </a:p>
      </dgm:t>
    </dgm:pt>
    <dgm:pt modelId="{A49F1EF5-7453-4EE6-A0A3-6F2715A05153}">
      <dgm:prSet/>
      <dgm:spPr/>
      <dgm:t>
        <a:bodyPr/>
        <a:lstStyle/>
        <a:p>
          <a:pPr>
            <a:defRPr b="1"/>
          </a:pPr>
          <a:r>
            <a:rPr lang="en-US"/>
            <a:t>Strategic Growth Opportunities</a:t>
          </a:r>
        </a:p>
      </dgm:t>
    </dgm:pt>
    <dgm:pt modelId="{D2CDC2CE-5A15-444F-B36F-6CE31A2D10A2}" type="parTrans" cxnId="{C1FE2A22-17B9-4A96-870B-D250F9113376}">
      <dgm:prSet/>
      <dgm:spPr/>
      <dgm:t>
        <a:bodyPr/>
        <a:lstStyle/>
        <a:p>
          <a:endParaRPr lang="en-US"/>
        </a:p>
      </dgm:t>
    </dgm:pt>
    <dgm:pt modelId="{800AA410-0919-4E55-A875-0D3F800CB027}" type="sibTrans" cxnId="{C1FE2A22-17B9-4A96-870B-D250F9113376}">
      <dgm:prSet/>
      <dgm:spPr/>
      <dgm:t>
        <a:bodyPr/>
        <a:lstStyle/>
        <a:p>
          <a:endParaRPr lang="en-US"/>
        </a:p>
      </dgm:t>
    </dgm:pt>
    <dgm:pt modelId="{AF21F6C3-AC54-491E-B200-2F49BA435EEE}">
      <dgm:prSet/>
      <dgm:spPr/>
      <dgm:t>
        <a:bodyPr/>
        <a:lstStyle/>
        <a:p>
          <a:r>
            <a:rPr lang="en-US"/>
            <a:t>Bundled offers and targeted Afternoon promotions can boost Tea sales and increase average transaction value.</a:t>
          </a:r>
        </a:p>
      </dgm:t>
    </dgm:pt>
    <dgm:pt modelId="{CDF3D97A-596D-4F5F-A44F-7DC521E45695}" type="parTrans" cxnId="{BE30D41B-36E7-4E04-AEA0-7624D42B33C2}">
      <dgm:prSet/>
      <dgm:spPr/>
      <dgm:t>
        <a:bodyPr/>
        <a:lstStyle/>
        <a:p>
          <a:endParaRPr lang="en-US"/>
        </a:p>
      </dgm:t>
    </dgm:pt>
    <dgm:pt modelId="{F25555A9-7CF8-4EF9-8651-5D356A313E22}" type="sibTrans" cxnId="{BE30D41B-36E7-4E04-AEA0-7624D42B33C2}">
      <dgm:prSet/>
      <dgm:spPr/>
      <dgm:t>
        <a:bodyPr/>
        <a:lstStyle/>
        <a:p>
          <a:endParaRPr lang="en-US"/>
        </a:p>
      </dgm:t>
    </dgm:pt>
    <dgm:pt modelId="{06ACF24A-3AD3-4AE3-9290-2F2333C8701B}" type="pres">
      <dgm:prSet presAssocID="{FF9C8E63-8D71-40CC-A752-17C3B2B36D79}" presName="Root" presStyleCnt="0">
        <dgm:presLayoutVars>
          <dgm:dir/>
          <dgm:resizeHandles val="exact"/>
        </dgm:presLayoutVars>
      </dgm:prSet>
      <dgm:spPr/>
    </dgm:pt>
    <dgm:pt modelId="{E057CF86-F41D-4375-979D-70FCC8D58C08}" type="pres">
      <dgm:prSet presAssocID="{B3C9AD78-065E-4067-8933-C8D7E6E01CC3}" presName="Composite" presStyleCnt="0"/>
      <dgm:spPr/>
    </dgm:pt>
    <dgm:pt modelId="{CFD42DC1-7CFA-4F13-9DED-8731D3A07EDE}" type="pres">
      <dgm:prSet presAssocID="{B3C9AD78-065E-4067-8933-C8D7E6E01CC3}"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24860" r="8394" b="6"/>
          <a:stretch>
            <a:fillRect l="-25000" r="-25000"/>
          </a:stretch>
        </a:blipFill>
      </dgm:spPr>
      <dgm:extLst>
        <a:ext uri="{E40237B7-FDA0-4F09-8148-C483321AD2D9}">
          <dgm14:cNvPr xmlns:dgm14="http://schemas.microsoft.com/office/drawing/2010/diagram" id="0" name="" descr="Vintage alarm clock with cup of coffee on wooden background"/>
        </a:ext>
      </dgm:extLst>
    </dgm:pt>
    <dgm:pt modelId="{8F592435-64EE-4EF8-9C03-5374F2D1FFCF}" type="pres">
      <dgm:prSet presAssocID="{B3C9AD78-065E-4067-8933-C8D7E6E01CC3}" presName="Subtitle" presStyleLbl="revTx" presStyleIdx="0" presStyleCnt="6">
        <dgm:presLayoutVars>
          <dgm:chMax val="0"/>
          <dgm:bulletEnabled/>
        </dgm:presLayoutVars>
      </dgm:prSet>
      <dgm:spPr/>
    </dgm:pt>
    <dgm:pt modelId="{05D55E07-C3FD-4693-B203-165D62E96E5B}" type="pres">
      <dgm:prSet presAssocID="{B3C9AD78-065E-4067-8933-C8D7E6E01CC3}" presName="Description" presStyleLbl="revTx" presStyleIdx="1" presStyleCnt="6">
        <dgm:presLayoutVars>
          <dgm:bulletEnabled/>
        </dgm:presLayoutVars>
      </dgm:prSet>
      <dgm:spPr/>
    </dgm:pt>
    <dgm:pt modelId="{1F67397D-A6F8-4F52-B85E-2048A2950C5E}" type="pres">
      <dgm:prSet presAssocID="{4B27F46E-E88C-4C17-8D24-1FE8C07E83D1}" presName="sibTrans" presStyleLbl="sibTrans2D1" presStyleIdx="0" presStyleCnt="0"/>
      <dgm:spPr/>
    </dgm:pt>
    <dgm:pt modelId="{2D5B3650-1C89-4B84-9D2A-4B8E11E1903B}" type="pres">
      <dgm:prSet presAssocID="{E13C30F0-E298-43A3-B9F1-1BA06EEB269E}" presName="Composite" presStyleCnt="0"/>
      <dgm:spPr/>
    </dgm:pt>
    <dgm:pt modelId="{F7DD0813-CFD1-4F3A-B8A8-0D3E8D64D027}" type="pres">
      <dgm:prSet presAssocID="{E13C30F0-E298-43A3-B9F1-1BA06EEB269E}"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t="28832" r="6" b="4422"/>
          <a:stretch>
            <a:fillRect t="-25000" b="-25000"/>
          </a:stretch>
        </a:blipFill>
      </dgm:spPr>
      <dgm:extLst>
        <a:ext uri="{E40237B7-FDA0-4F09-8148-C483321AD2D9}">
          <dgm14:cNvPr xmlns:dgm14="http://schemas.microsoft.com/office/drawing/2010/diagram" id="0" name="" descr="Hot Coffee bring prepared in a Glass French Press Coffee maker."/>
        </a:ext>
      </dgm:extLst>
    </dgm:pt>
    <dgm:pt modelId="{AB0E7EB8-4971-4E3F-85AD-85A04BF77F08}" type="pres">
      <dgm:prSet presAssocID="{E13C30F0-E298-43A3-B9F1-1BA06EEB269E}" presName="Subtitle" presStyleLbl="revTx" presStyleIdx="2" presStyleCnt="6">
        <dgm:presLayoutVars>
          <dgm:chMax val="0"/>
          <dgm:bulletEnabled/>
        </dgm:presLayoutVars>
      </dgm:prSet>
      <dgm:spPr/>
    </dgm:pt>
    <dgm:pt modelId="{DD1C35CD-E330-4A77-BE19-89C2DEF7BDA3}" type="pres">
      <dgm:prSet presAssocID="{E13C30F0-E298-43A3-B9F1-1BA06EEB269E}" presName="Description" presStyleLbl="revTx" presStyleIdx="3" presStyleCnt="6">
        <dgm:presLayoutVars>
          <dgm:bulletEnabled/>
        </dgm:presLayoutVars>
      </dgm:prSet>
      <dgm:spPr/>
    </dgm:pt>
    <dgm:pt modelId="{187476D6-79A1-46B1-BCE3-6D0CF42F96E9}" type="pres">
      <dgm:prSet presAssocID="{A6F74728-F041-4D33-B00B-4BBF541ACBEA}" presName="sibTrans" presStyleLbl="sibTrans2D1" presStyleIdx="0" presStyleCnt="0"/>
      <dgm:spPr/>
    </dgm:pt>
    <dgm:pt modelId="{7AE39CAE-51D6-4EF2-A4CF-D3D4C814BE8C}" type="pres">
      <dgm:prSet presAssocID="{A49F1EF5-7453-4EE6-A0A3-6F2715A05153}" presName="Composite" presStyleCnt="0"/>
      <dgm:spPr/>
    </dgm:pt>
    <dgm:pt modelId="{E13107DC-18EB-4CC6-9BCB-52861B9C2FDC}" type="pres">
      <dgm:prSet presAssocID="{A49F1EF5-7453-4EE6-A0A3-6F2715A05153}"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t="19998" r="4" b="5"/>
          <a:stretch>
            <a:fillRect t="-13000" b="-13000"/>
          </a:stretch>
        </a:blipFill>
      </dgm:spPr>
      <dgm:extLst>
        <a:ext uri="{E40237B7-FDA0-4F09-8148-C483321AD2D9}">
          <dgm14:cNvPr xmlns:dgm14="http://schemas.microsoft.com/office/drawing/2010/diagram" id="0" name="" descr="In an Indian restaurant, close-up shot of dishes such as cups, saucers, salt and pepper shakers and small stainless steel serving dish."/>
        </a:ext>
      </dgm:extLst>
    </dgm:pt>
    <dgm:pt modelId="{2431A358-4C6A-4660-A86A-F84EA86E87CA}" type="pres">
      <dgm:prSet presAssocID="{A49F1EF5-7453-4EE6-A0A3-6F2715A05153}" presName="Subtitle" presStyleLbl="revTx" presStyleIdx="4" presStyleCnt="6">
        <dgm:presLayoutVars>
          <dgm:chMax val="0"/>
          <dgm:bulletEnabled/>
        </dgm:presLayoutVars>
      </dgm:prSet>
      <dgm:spPr/>
    </dgm:pt>
    <dgm:pt modelId="{4067BE10-05DF-4B2C-96AE-F2707405621E}" type="pres">
      <dgm:prSet presAssocID="{A49F1EF5-7453-4EE6-A0A3-6F2715A05153}" presName="Description" presStyleLbl="revTx" presStyleIdx="5" presStyleCnt="6">
        <dgm:presLayoutVars>
          <dgm:bulletEnabled/>
        </dgm:presLayoutVars>
      </dgm:prSet>
      <dgm:spPr/>
    </dgm:pt>
  </dgm:ptLst>
  <dgm:cxnLst>
    <dgm:cxn modelId="{76585001-8F37-4857-A099-8CAE0C234CF8}" type="presOf" srcId="{AF21F6C3-AC54-491E-B200-2F49BA435EEE}" destId="{4067BE10-05DF-4B2C-96AE-F2707405621E}" srcOrd="0" destOrd="0" presId="urn:microsoft.com/office/officeart/2024/3/layout/verticalVisualTextBlock1"/>
    <dgm:cxn modelId="{BE30D41B-36E7-4E04-AEA0-7624D42B33C2}" srcId="{A49F1EF5-7453-4EE6-A0A3-6F2715A05153}" destId="{AF21F6C3-AC54-491E-B200-2F49BA435EEE}" srcOrd="0" destOrd="0" parTransId="{CDF3D97A-596D-4F5F-A44F-7DC521E45695}" sibTransId="{F25555A9-7CF8-4EF9-8651-5D356A313E22}"/>
    <dgm:cxn modelId="{DDC0DB1D-50BE-404C-AD22-FA5AC5EEF957}" srcId="{FF9C8E63-8D71-40CC-A752-17C3B2B36D79}" destId="{E13C30F0-E298-43A3-B9F1-1BA06EEB269E}" srcOrd="1" destOrd="0" parTransId="{1ED087A8-A0F5-4AA8-A5AF-6A89560D5469}" sibTransId="{A6F74728-F041-4D33-B00B-4BBF541ACBEA}"/>
    <dgm:cxn modelId="{441E781F-F24F-4783-995D-0CC4AAC92C7C}" type="presOf" srcId="{4B27F46E-E88C-4C17-8D24-1FE8C07E83D1}" destId="{1F67397D-A6F8-4F52-B85E-2048A2950C5E}" srcOrd="0" destOrd="0" presId="urn:microsoft.com/office/officeart/2024/3/layout/verticalVisualTextBlock1"/>
    <dgm:cxn modelId="{C1FE2A22-17B9-4A96-870B-D250F9113376}" srcId="{FF9C8E63-8D71-40CC-A752-17C3B2B36D79}" destId="{A49F1EF5-7453-4EE6-A0A3-6F2715A05153}" srcOrd="2" destOrd="0" parTransId="{D2CDC2CE-5A15-444F-B36F-6CE31A2D10A2}" sibTransId="{800AA410-0919-4E55-A875-0D3F800CB027}"/>
    <dgm:cxn modelId="{0B17CA37-1BBA-4D8C-89A8-E9371319B576}" srcId="{E13C30F0-E298-43A3-B9F1-1BA06EEB269E}" destId="{102F3C02-E307-4004-A110-7D77BCD644F0}" srcOrd="0" destOrd="0" parTransId="{2BD83A10-FBD8-4491-A5B3-6DB1F2FFD75C}" sibTransId="{12E6F6E5-C255-4804-891A-022F8949A843}"/>
    <dgm:cxn modelId="{4ADCB462-8C9D-4D92-9D3B-3FADBBA66784}" type="presOf" srcId="{61778929-81A0-4618-81FD-C0E0E192458C}" destId="{05D55E07-C3FD-4693-B203-165D62E96E5B}" srcOrd="0" destOrd="0" presId="urn:microsoft.com/office/officeart/2024/3/layout/verticalVisualTextBlock1"/>
    <dgm:cxn modelId="{43BFB249-8523-4EBE-9FC8-29D28B15B4F4}" srcId="{B3C9AD78-065E-4067-8933-C8D7E6E01CC3}" destId="{61778929-81A0-4618-81FD-C0E0E192458C}" srcOrd="0" destOrd="0" parTransId="{F5F3261B-2D1E-4DF3-A6D2-0C309387588B}" sibTransId="{40713512-2538-4A7E-8A4C-38A773192122}"/>
    <dgm:cxn modelId="{A98B1AA1-F82A-4E55-8100-706E419D2C72}" type="presOf" srcId="{E13C30F0-E298-43A3-B9F1-1BA06EEB269E}" destId="{AB0E7EB8-4971-4E3F-85AD-85A04BF77F08}" srcOrd="0" destOrd="0" presId="urn:microsoft.com/office/officeart/2024/3/layout/verticalVisualTextBlock1"/>
    <dgm:cxn modelId="{2EFEDABA-87FC-4AAA-BED6-327A5661C305}" type="presOf" srcId="{B3C9AD78-065E-4067-8933-C8D7E6E01CC3}" destId="{8F592435-64EE-4EF8-9C03-5374F2D1FFCF}" srcOrd="0" destOrd="0" presId="urn:microsoft.com/office/officeart/2024/3/layout/verticalVisualTextBlock1"/>
    <dgm:cxn modelId="{A5B9A2D2-3765-45AF-B891-5F0C7287757C}" type="presOf" srcId="{A6F74728-F041-4D33-B00B-4BBF541ACBEA}" destId="{187476D6-79A1-46B1-BCE3-6D0CF42F96E9}" srcOrd="0" destOrd="0" presId="urn:microsoft.com/office/officeart/2024/3/layout/verticalVisualTextBlock1"/>
    <dgm:cxn modelId="{1DFC4BD8-9B36-4FBB-B2B3-5C234FFAE730}" type="presOf" srcId="{FF9C8E63-8D71-40CC-A752-17C3B2B36D79}" destId="{06ACF24A-3AD3-4AE3-9290-2F2333C8701B}" srcOrd="0" destOrd="0" presId="urn:microsoft.com/office/officeart/2024/3/layout/verticalVisualTextBlock1"/>
    <dgm:cxn modelId="{6C2D47DE-26E5-4B34-8C8D-B43062AA5817}" srcId="{FF9C8E63-8D71-40CC-A752-17C3B2B36D79}" destId="{B3C9AD78-065E-4067-8933-C8D7E6E01CC3}" srcOrd="0" destOrd="0" parTransId="{CF883D3D-26B6-4943-81AB-A5286ACF3252}" sibTransId="{4B27F46E-E88C-4C17-8D24-1FE8C07E83D1}"/>
    <dgm:cxn modelId="{13528FE0-00F3-4EA9-B0DE-C222C7397D15}" type="presOf" srcId="{102F3C02-E307-4004-A110-7D77BCD644F0}" destId="{DD1C35CD-E330-4A77-BE19-89C2DEF7BDA3}" srcOrd="0" destOrd="0" presId="urn:microsoft.com/office/officeart/2024/3/layout/verticalVisualTextBlock1"/>
    <dgm:cxn modelId="{EF6063E6-FF9F-478A-8A6B-FD1165C4C822}" type="presOf" srcId="{A49F1EF5-7453-4EE6-A0A3-6F2715A05153}" destId="{2431A358-4C6A-4660-A86A-F84EA86E87CA}" srcOrd="0" destOrd="0" presId="urn:microsoft.com/office/officeart/2024/3/layout/verticalVisualTextBlock1"/>
    <dgm:cxn modelId="{E2942DC0-03F8-493A-9E6D-EF80C39F671E}" type="presParOf" srcId="{06ACF24A-3AD3-4AE3-9290-2F2333C8701B}" destId="{E057CF86-F41D-4375-979D-70FCC8D58C08}" srcOrd="0" destOrd="0" presId="urn:microsoft.com/office/officeart/2024/3/layout/verticalVisualTextBlock1"/>
    <dgm:cxn modelId="{DC1D67CF-0F7B-49CE-B834-5CF216456F8F}" type="presParOf" srcId="{E057CF86-F41D-4375-979D-70FCC8D58C08}" destId="{CFD42DC1-7CFA-4F13-9DED-8731D3A07EDE}" srcOrd="0" destOrd="0" presId="urn:microsoft.com/office/officeart/2024/3/layout/verticalVisualTextBlock1"/>
    <dgm:cxn modelId="{0EA7499C-C690-4AC5-94EF-44988B5DB39F}" type="presParOf" srcId="{E057CF86-F41D-4375-979D-70FCC8D58C08}" destId="{8F592435-64EE-4EF8-9C03-5374F2D1FFCF}" srcOrd="1" destOrd="0" presId="urn:microsoft.com/office/officeart/2024/3/layout/verticalVisualTextBlock1"/>
    <dgm:cxn modelId="{9DCD14E6-366E-47B8-970A-5D1BAB31806B}" type="presParOf" srcId="{E057CF86-F41D-4375-979D-70FCC8D58C08}" destId="{05D55E07-C3FD-4693-B203-165D62E96E5B}" srcOrd="2" destOrd="0" presId="urn:microsoft.com/office/officeart/2024/3/layout/verticalVisualTextBlock1"/>
    <dgm:cxn modelId="{718A6C5A-3B44-4207-BE44-7B6888D2AB02}" type="presParOf" srcId="{06ACF24A-3AD3-4AE3-9290-2F2333C8701B}" destId="{1F67397D-A6F8-4F52-B85E-2048A2950C5E}" srcOrd="1" destOrd="0" presId="urn:microsoft.com/office/officeart/2024/3/layout/verticalVisualTextBlock1"/>
    <dgm:cxn modelId="{96B03617-753B-4A5B-B4B0-DB022D708553}" type="presParOf" srcId="{06ACF24A-3AD3-4AE3-9290-2F2333C8701B}" destId="{2D5B3650-1C89-4B84-9D2A-4B8E11E1903B}" srcOrd="2" destOrd="0" presId="urn:microsoft.com/office/officeart/2024/3/layout/verticalVisualTextBlock1"/>
    <dgm:cxn modelId="{250C2EFE-D24C-4732-9168-CE3223F50302}" type="presParOf" srcId="{2D5B3650-1C89-4B84-9D2A-4B8E11E1903B}" destId="{F7DD0813-CFD1-4F3A-B8A8-0D3E8D64D027}" srcOrd="0" destOrd="0" presId="urn:microsoft.com/office/officeart/2024/3/layout/verticalVisualTextBlock1"/>
    <dgm:cxn modelId="{DF8B3191-701F-4A02-8190-E4C8C2A09912}" type="presParOf" srcId="{2D5B3650-1C89-4B84-9D2A-4B8E11E1903B}" destId="{AB0E7EB8-4971-4E3F-85AD-85A04BF77F08}" srcOrd="1" destOrd="0" presId="urn:microsoft.com/office/officeart/2024/3/layout/verticalVisualTextBlock1"/>
    <dgm:cxn modelId="{A13E5DFB-16FE-4E0A-B66A-2ECE98B66737}" type="presParOf" srcId="{2D5B3650-1C89-4B84-9D2A-4B8E11E1903B}" destId="{DD1C35CD-E330-4A77-BE19-89C2DEF7BDA3}" srcOrd="2" destOrd="0" presId="urn:microsoft.com/office/officeart/2024/3/layout/verticalVisualTextBlock1"/>
    <dgm:cxn modelId="{22980810-2C52-4CF7-8A0E-98B60FEFE659}" type="presParOf" srcId="{06ACF24A-3AD3-4AE3-9290-2F2333C8701B}" destId="{187476D6-79A1-46B1-BCE3-6D0CF42F96E9}" srcOrd="3" destOrd="0" presId="urn:microsoft.com/office/officeart/2024/3/layout/verticalVisualTextBlock1"/>
    <dgm:cxn modelId="{73C52767-F571-42B1-AEB6-8AA9AEE7BD2A}" type="presParOf" srcId="{06ACF24A-3AD3-4AE3-9290-2F2333C8701B}" destId="{7AE39CAE-51D6-4EF2-A4CF-D3D4C814BE8C}" srcOrd="4" destOrd="0" presId="urn:microsoft.com/office/officeart/2024/3/layout/verticalVisualTextBlock1"/>
    <dgm:cxn modelId="{CF03402B-EDA1-4451-A64E-0784BA015AF2}" type="presParOf" srcId="{7AE39CAE-51D6-4EF2-A4CF-D3D4C814BE8C}" destId="{E13107DC-18EB-4CC6-9BCB-52861B9C2FDC}" srcOrd="0" destOrd="0" presId="urn:microsoft.com/office/officeart/2024/3/layout/verticalVisualTextBlock1"/>
    <dgm:cxn modelId="{D3262F8C-5F07-4607-B24F-EA857C33C9FC}" type="presParOf" srcId="{7AE39CAE-51D6-4EF2-A4CF-D3D4C814BE8C}" destId="{2431A358-4C6A-4660-A86A-F84EA86E87CA}" srcOrd="1" destOrd="0" presId="urn:microsoft.com/office/officeart/2024/3/layout/verticalVisualTextBlock1"/>
    <dgm:cxn modelId="{85BFDB92-386C-410C-A85C-2B5B747B2661}" type="presParOf" srcId="{7AE39CAE-51D6-4EF2-A4CF-D3D4C814BE8C}" destId="{4067BE10-05DF-4B2C-96AE-F2707405621E}"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230D10-594C-4771-8152-7E56A46D172F}">
      <dsp:nvSpPr>
        <dsp:cNvPr id="0" name=""/>
        <dsp:cNvSpPr/>
      </dsp:nvSpPr>
      <dsp:spPr>
        <a:xfrm>
          <a:off x="0" y="0"/>
          <a:ext cx="2231528" cy="6045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b="0" i="0" kern="1200"/>
            <a:t>Balanced Store Contributions</a:t>
          </a:r>
          <a:endParaRPr lang="en-US" sz="1800" kern="1200"/>
        </a:p>
      </dsp:txBody>
      <dsp:txXfrm>
        <a:off x="0" y="0"/>
        <a:ext cx="2231528" cy="604524"/>
      </dsp:txXfrm>
    </dsp:sp>
    <dsp:sp modelId="{BA70AAF4-2D56-4E77-9F49-45077613DD7D}">
      <dsp:nvSpPr>
        <dsp:cNvPr id="0" name=""/>
        <dsp:cNvSpPr/>
      </dsp:nvSpPr>
      <dsp:spPr>
        <a:xfrm>
          <a:off x="0" y="604524"/>
          <a:ext cx="2231528" cy="1772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b="0" i="0" kern="1200"/>
            <a:t>Astoria, Hell’s Kitchen, and Lower Manhattan all contribute meaningfully without one dominating revenue.</a:t>
          </a:r>
          <a:endParaRPr lang="en-US" sz="1400" kern="1200"/>
        </a:p>
      </dsp:txBody>
      <dsp:txXfrm>
        <a:off x="0" y="604524"/>
        <a:ext cx="2231528" cy="1772915"/>
      </dsp:txXfrm>
    </dsp:sp>
    <dsp:sp modelId="{2CE61010-2160-4C89-961F-8A294FD07390}">
      <dsp:nvSpPr>
        <dsp:cNvPr id="0" name=""/>
        <dsp:cNvSpPr/>
      </dsp:nvSpPr>
      <dsp:spPr>
        <a:xfrm>
          <a:off x="2454681" y="0"/>
          <a:ext cx="2231528" cy="6045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b="0" i="0" kern="1200"/>
            <a:t>Beverage Sales in Hell’s Kitchen</a:t>
          </a:r>
          <a:endParaRPr lang="en-US" sz="1800" kern="1200"/>
        </a:p>
      </dsp:txBody>
      <dsp:txXfrm>
        <a:off x="2454681" y="0"/>
        <a:ext cx="2231528" cy="604524"/>
      </dsp:txXfrm>
    </dsp:sp>
    <dsp:sp modelId="{07F6890E-6C3A-40C1-9E29-00407AD68B43}">
      <dsp:nvSpPr>
        <dsp:cNvPr id="0" name=""/>
        <dsp:cNvSpPr/>
      </dsp:nvSpPr>
      <dsp:spPr>
        <a:xfrm>
          <a:off x="2454681" y="604524"/>
          <a:ext cx="2231528" cy="1772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b="0" i="0" kern="1200"/>
            <a:t>Hell’s Kitchen leads slightly in beverage sales due to consistent demand throughout the day.</a:t>
          </a:r>
          <a:endParaRPr lang="en-US" sz="1400" kern="1200"/>
        </a:p>
      </dsp:txBody>
      <dsp:txXfrm>
        <a:off x="2454681" y="604524"/>
        <a:ext cx="2231528" cy="1772915"/>
      </dsp:txXfrm>
    </dsp:sp>
    <dsp:sp modelId="{62A0A37F-1074-4F68-A0FB-F64E57ED0B96}">
      <dsp:nvSpPr>
        <dsp:cNvPr id="0" name=""/>
        <dsp:cNvSpPr/>
      </dsp:nvSpPr>
      <dsp:spPr>
        <a:xfrm>
          <a:off x="4909363" y="0"/>
          <a:ext cx="2231528" cy="6045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b="0" i="0" kern="1200"/>
            <a:t>Early-Day Trading in Lower Manhattan</a:t>
          </a:r>
          <a:endParaRPr lang="en-US" sz="1800" kern="1200"/>
        </a:p>
      </dsp:txBody>
      <dsp:txXfrm>
        <a:off x="4909363" y="0"/>
        <a:ext cx="2231528" cy="604524"/>
      </dsp:txXfrm>
    </dsp:sp>
    <dsp:sp modelId="{57BE5BD0-5EC3-4396-9AD7-12AC1E2E3920}">
      <dsp:nvSpPr>
        <dsp:cNvPr id="0" name=""/>
        <dsp:cNvSpPr/>
      </dsp:nvSpPr>
      <dsp:spPr>
        <a:xfrm>
          <a:off x="4909363" y="604524"/>
          <a:ext cx="2231528" cy="1772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b="0" i="0" kern="1200"/>
            <a:t>Lower Manhattan shows strong early-day sales driven by commuters valuing speed and convenience.</a:t>
          </a:r>
          <a:endParaRPr lang="en-US" sz="1400" kern="1200"/>
        </a:p>
      </dsp:txBody>
      <dsp:txXfrm>
        <a:off x="4909363" y="604524"/>
        <a:ext cx="2231528" cy="1772915"/>
      </dsp:txXfrm>
    </dsp:sp>
    <dsp:sp modelId="{FEBD8601-BCA8-4C55-AA18-A41407ADD984}">
      <dsp:nvSpPr>
        <dsp:cNvPr id="0" name=""/>
        <dsp:cNvSpPr/>
      </dsp:nvSpPr>
      <dsp:spPr>
        <a:xfrm>
          <a:off x="7364045" y="0"/>
          <a:ext cx="2231528" cy="6045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b="0" i="0" kern="1200"/>
            <a:t>Tailored Store Strategies</a:t>
          </a:r>
          <a:endParaRPr lang="en-US" sz="1800" kern="1200"/>
        </a:p>
      </dsp:txBody>
      <dsp:txXfrm>
        <a:off x="7364045" y="0"/>
        <a:ext cx="2231528" cy="604524"/>
      </dsp:txXfrm>
    </dsp:sp>
    <dsp:sp modelId="{C7D834F9-9B4B-47F1-85B9-FDFA82FDB2ED}">
      <dsp:nvSpPr>
        <dsp:cNvPr id="0" name=""/>
        <dsp:cNvSpPr/>
      </dsp:nvSpPr>
      <dsp:spPr>
        <a:xfrm>
          <a:off x="7364045" y="604524"/>
          <a:ext cx="2231528" cy="1772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b="0" i="0" kern="1200"/>
            <a:t>Store-specific promotions and staffing optimize performance based on unique demand patterns.</a:t>
          </a:r>
          <a:endParaRPr lang="en-US" sz="1400" kern="1200"/>
        </a:p>
      </dsp:txBody>
      <dsp:txXfrm>
        <a:off x="7364045" y="604524"/>
        <a:ext cx="2231528" cy="177291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D42DC1-7CFA-4F13-9DED-8731D3A07EDE}">
      <dsp:nvSpPr>
        <dsp:cNvPr id="0" name=""/>
        <dsp:cNvSpPr/>
      </dsp:nvSpPr>
      <dsp:spPr>
        <a:xfrm>
          <a:off x="0" y="0"/>
          <a:ext cx="1504373" cy="1504373"/>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24860" r="8394" b="6"/>
          <a:stretch>
            <a:fillRect l="-25000" r="-25000"/>
          </a:stretch>
        </a:blipFill>
        <a:ln>
          <a:noFill/>
        </a:ln>
        <a:effectLst/>
      </dsp:spPr>
      <dsp:style>
        <a:lnRef idx="0">
          <a:scrgbClr r="0" g="0" b="0"/>
        </a:lnRef>
        <a:fillRef idx="3">
          <a:scrgbClr r="0" g="0" b="0"/>
        </a:fillRef>
        <a:effectRef idx="2">
          <a:scrgbClr r="0" g="0" b="0"/>
        </a:effectRef>
        <a:fontRef idx="minor">
          <a:schemeClr val="lt1"/>
        </a:fontRef>
      </dsp:style>
    </dsp:sp>
    <dsp:sp modelId="{8F592435-64EE-4EF8-9C03-5374F2D1FFCF}">
      <dsp:nvSpPr>
        <dsp:cNvPr id="0" name=""/>
        <dsp:cNvSpPr/>
      </dsp:nvSpPr>
      <dsp:spPr>
        <a:xfrm>
          <a:off x="1684373" y="0"/>
          <a:ext cx="8367676" cy="3502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90000"/>
            </a:lnSpc>
            <a:spcBef>
              <a:spcPct val="0"/>
            </a:spcBef>
            <a:spcAft>
              <a:spcPct val="35000"/>
            </a:spcAft>
            <a:buNone/>
            <a:defRPr b="1"/>
          </a:pPr>
          <a:r>
            <a:rPr lang="en-US" sz="1800" kern="1200"/>
            <a:t>Demand Patterns</a:t>
          </a:r>
        </a:p>
      </dsp:txBody>
      <dsp:txXfrm>
        <a:off x="1684373" y="0"/>
        <a:ext cx="8367676" cy="350226"/>
      </dsp:txXfrm>
    </dsp:sp>
    <dsp:sp modelId="{05D55E07-C3FD-4693-B203-165D62E96E5B}">
      <dsp:nvSpPr>
        <dsp:cNvPr id="0" name=""/>
        <dsp:cNvSpPr/>
      </dsp:nvSpPr>
      <dsp:spPr>
        <a:xfrm>
          <a:off x="1684373" y="350226"/>
          <a:ext cx="8367676" cy="11541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90000"/>
            </a:lnSpc>
            <a:spcBef>
              <a:spcPct val="0"/>
            </a:spcBef>
            <a:spcAft>
              <a:spcPct val="35000"/>
            </a:spcAft>
            <a:buNone/>
          </a:pPr>
          <a:r>
            <a:rPr lang="en-US" sz="1400" kern="1200"/>
            <a:t>Tea demand peaks during Late Morning and Afternoon, with sales dropping sharply at night, especially in Lower Manhattan.</a:t>
          </a:r>
        </a:p>
      </dsp:txBody>
      <dsp:txXfrm>
        <a:off x="1684373" y="350226"/>
        <a:ext cx="8367676" cy="1154146"/>
      </dsp:txXfrm>
    </dsp:sp>
    <dsp:sp modelId="{F7DD0813-CFD1-4F3A-B8A8-0D3E8D64D027}">
      <dsp:nvSpPr>
        <dsp:cNvPr id="0" name=""/>
        <dsp:cNvSpPr/>
      </dsp:nvSpPr>
      <dsp:spPr>
        <a:xfrm>
          <a:off x="0" y="1624723"/>
          <a:ext cx="1504373" cy="1504373"/>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t="28832" r="6" b="4422"/>
          <a:stretch>
            <a:fillRect t="-25000" b="-25000"/>
          </a:stretch>
        </a:blipFill>
        <a:ln>
          <a:noFill/>
        </a:ln>
        <a:effectLst/>
      </dsp:spPr>
      <dsp:style>
        <a:lnRef idx="0">
          <a:scrgbClr r="0" g="0" b="0"/>
        </a:lnRef>
        <a:fillRef idx="3">
          <a:scrgbClr r="0" g="0" b="0"/>
        </a:fillRef>
        <a:effectRef idx="2">
          <a:scrgbClr r="0" g="0" b="0"/>
        </a:effectRef>
        <a:fontRef idx="minor">
          <a:schemeClr val="lt1"/>
        </a:fontRef>
      </dsp:style>
    </dsp:sp>
    <dsp:sp modelId="{AB0E7EB8-4971-4E3F-85AD-85A04BF77F08}">
      <dsp:nvSpPr>
        <dsp:cNvPr id="0" name=""/>
        <dsp:cNvSpPr/>
      </dsp:nvSpPr>
      <dsp:spPr>
        <a:xfrm>
          <a:off x="1684373" y="1624723"/>
          <a:ext cx="8367676" cy="3502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90000"/>
            </a:lnSpc>
            <a:spcBef>
              <a:spcPct val="0"/>
            </a:spcBef>
            <a:spcAft>
              <a:spcPct val="35000"/>
            </a:spcAft>
            <a:buNone/>
            <a:defRPr b="1"/>
          </a:pPr>
          <a:r>
            <a:rPr lang="en-US" sz="1800" kern="1200"/>
            <a:t>Complementary Role</a:t>
          </a:r>
        </a:p>
      </dsp:txBody>
      <dsp:txXfrm>
        <a:off x="1684373" y="1624723"/>
        <a:ext cx="8367676" cy="350226"/>
      </dsp:txXfrm>
    </dsp:sp>
    <dsp:sp modelId="{DD1C35CD-E330-4A77-BE19-89C2DEF7BDA3}">
      <dsp:nvSpPr>
        <dsp:cNvPr id="0" name=""/>
        <dsp:cNvSpPr/>
      </dsp:nvSpPr>
      <dsp:spPr>
        <a:xfrm>
          <a:off x="1684373" y="1974950"/>
          <a:ext cx="8367676" cy="11541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90000"/>
            </a:lnSpc>
            <a:spcBef>
              <a:spcPct val="0"/>
            </a:spcBef>
            <a:spcAft>
              <a:spcPct val="35000"/>
            </a:spcAft>
            <a:buNone/>
          </a:pPr>
          <a:r>
            <a:rPr lang="en-US" sz="1400" kern="1200"/>
            <a:t>Tea benefits from complementing Coffee sales rather than independently driving traffic across stores.</a:t>
          </a:r>
        </a:p>
      </dsp:txBody>
      <dsp:txXfrm>
        <a:off x="1684373" y="1974950"/>
        <a:ext cx="8367676" cy="1154146"/>
      </dsp:txXfrm>
    </dsp:sp>
    <dsp:sp modelId="{E13107DC-18EB-4CC6-9BCB-52861B9C2FDC}">
      <dsp:nvSpPr>
        <dsp:cNvPr id="0" name=""/>
        <dsp:cNvSpPr/>
      </dsp:nvSpPr>
      <dsp:spPr>
        <a:xfrm>
          <a:off x="0" y="3249446"/>
          <a:ext cx="1504373" cy="1504373"/>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t="19998" r="4" b="5"/>
          <a:stretch>
            <a:fillRect t="-13000" b="-13000"/>
          </a:stretch>
        </a:blipFill>
        <a:ln>
          <a:noFill/>
        </a:ln>
        <a:effectLst/>
      </dsp:spPr>
      <dsp:style>
        <a:lnRef idx="0">
          <a:scrgbClr r="0" g="0" b="0"/>
        </a:lnRef>
        <a:fillRef idx="3">
          <a:scrgbClr r="0" g="0" b="0"/>
        </a:fillRef>
        <a:effectRef idx="2">
          <a:scrgbClr r="0" g="0" b="0"/>
        </a:effectRef>
        <a:fontRef idx="minor">
          <a:schemeClr val="lt1"/>
        </a:fontRef>
      </dsp:style>
    </dsp:sp>
    <dsp:sp modelId="{2431A358-4C6A-4660-A86A-F84EA86E87CA}">
      <dsp:nvSpPr>
        <dsp:cNvPr id="0" name=""/>
        <dsp:cNvSpPr/>
      </dsp:nvSpPr>
      <dsp:spPr>
        <a:xfrm>
          <a:off x="1684373" y="3249446"/>
          <a:ext cx="8367676" cy="3502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90000"/>
            </a:lnSpc>
            <a:spcBef>
              <a:spcPct val="0"/>
            </a:spcBef>
            <a:spcAft>
              <a:spcPct val="35000"/>
            </a:spcAft>
            <a:buNone/>
            <a:defRPr b="1"/>
          </a:pPr>
          <a:r>
            <a:rPr lang="en-US" sz="1800" kern="1200"/>
            <a:t>Strategic Growth Opportunities</a:t>
          </a:r>
        </a:p>
      </dsp:txBody>
      <dsp:txXfrm>
        <a:off x="1684373" y="3249446"/>
        <a:ext cx="8367676" cy="350226"/>
      </dsp:txXfrm>
    </dsp:sp>
    <dsp:sp modelId="{4067BE10-05DF-4B2C-96AE-F2707405621E}">
      <dsp:nvSpPr>
        <dsp:cNvPr id="0" name=""/>
        <dsp:cNvSpPr/>
      </dsp:nvSpPr>
      <dsp:spPr>
        <a:xfrm>
          <a:off x="1684373" y="3599673"/>
          <a:ext cx="8367676" cy="11541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90000"/>
            </a:lnSpc>
            <a:spcBef>
              <a:spcPct val="0"/>
            </a:spcBef>
            <a:spcAft>
              <a:spcPct val="35000"/>
            </a:spcAft>
            <a:buNone/>
          </a:pPr>
          <a:r>
            <a:rPr lang="en-US" sz="1400" kern="1200"/>
            <a:t>Bundled offers and targeted Afternoon promotions can boost Tea sales and increase average transaction value.</a:t>
          </a:r>
        </a:p>
      </dsp:txBody>
      <dsp:txXfrm>
        <a:off x="1684373" y="3599673"/>
        <a:ext cx="8367676" cy="1154146"/>
      </dsp:txXfrm>
    </dsp:sp>
  </dsp:spTree>
</dsp:drawing>
</file>

<file path=ppt/diagrams/layout1.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A50AE2-6B6D-40E9-A222-CE395EA2B0E8}" type="datetimeFigureOut">
              <a:t>3/30/2026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FD3051-FB4C-4602-8452-15D26FC6034A}" type="slidenum">
              <a:t>‹#›</a:t>
            </a:fld>
            <a:endParaRPr lang="en-US"/>
          </a:p>
        </p:txBody>
      </p:sp>
    </p:spTree>
    <p:extLst>
      <p:ext uri="{BB962C8B-B14F-4D97-AF65-F5344CB8AC3E}">
        <p14:creationId xmlns:p14="http://schemas.microsoft.com/office/powerpoint/2010/main" val="33611967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039E446D-ECF6-4DCF-9723-CD9F67C24421}" type="slidenum">
              <a:t>1</a:t>
            </a:fld>
            <a:endParaRPr lang="en-US"/>
          </a:p>
        </p:txBody>
      </p:sp>
    </p:spTree>
    <p:extLst>
      <p:ext uri="{BB962C8B-B14F-4D97-AF65-F5344CB8AC3E}">
        <p14:creationId xmlns:p14="http://schemas.microsoft.com/office/powerpoint/2010/main" val="6410740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executive overview provides a concise, high-level summary of overall sales performance across products, store locations, and time-of-day trading patterns. The objective is to highlight where the business is performing well, where inefficiencies or missed opportunities may exist, and how demand fluctuates throughout the trading day. The analysis consolidates transactional data into simple, CEO-ready insights that focus on strategic signals rather than operational detail. Overall results indicate that beverages, particularly Coffee and Tea, are the primary revenue drivers, while Bakery and Drinking Chocolate play a supporting but strategically important role. Sales concentration is strongest during specific time intervals, suggesting clear peak demand windows that can be better leveraged through staffing, promotions, and product mix adjustments. Each store exhibits slightly different demand characteristics, reinforcing the importance of localized decision-making. This presentation is designed for clarity and speed of understanding, using consistent color coding across visuals to maintain alignment with the original charts. The goal is to support executive decision-making around revenue growth, operational efficiency, and targeted intervention to improve underperforming periods without increasing unnecessary complexity.</a:t>
            </a:r>
          </a:p>
        </p:txBody>
      </p:sp>
      <p:sp>
        <p:nvSpPr>
          <p:cNvPr id="4" name="Slide Number Placeholder 3"/>
          <p:cNvSpPr>
            <a:spLocks noGrp="1"/>
          </p:cNvSpPr>
          <p:nvPr>
            <p:ph type="sldNum" sz="quarter" idx="5"/>
          </p:nvPr>
        </p:nvSpPr>
        <p:spPr/>
        <p:txBody>
          <a:bodyPr/>
          <a:lstStyle/>
          <a:p>
            <a:fld id="{039E446D-ECF6-4DCF-9723-CD9F67C24421}" type="slidenum">
              <a:t>2</a:t>
            </a:fld>
            <a:endParaRPr lang="en-US"/>
          </a:p>
        </p:txBody>
      </p:sp>
    </p:spTree>
    <p:extLst>
      <p:ext uri="{BB962C8B-B14F-4D97-AF65-F5344CB8AC3E}">
        <p14:creationId xmlns:p14="http://schemas.microsoft.com/office/powerpoint/2010/main" val="18556189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Total sales by product category clearly show that Coffee is the dominant contributor to overall revenue, followed closely by Tea. Together, these two beverage categories account for the majority of transactional value and volume, confirming that the business is strongly beverage-led. Bakery and Drinking Chocolate generate lower total sales, yet they remain important for margin enhancement, customer experience, and cross-selling opportunities. The sales distribution suggests that strategic focus should remain on optimizing Coffee and Tea availability, quality, and promotion, while selectively growing complementary items. From an executive perspective, this indicates a relatively healthy product mix with identifiable growth levers. Expanding high-margin variants, bundling bakery items with beverages, or promoting Drinking Chocolate during colder or evening periods may improve contribution without diluting focus. Understanding these category-level dynamics allows leadership to prioritize investment, marketing attention, and operational support toward the products that move the revenue needle most significantly.</a:t>
            </a:r>
          </a:p>
        </p:txBody>
      </p:sp>
      <p:sp>
        <p:nvSpPr>
          <p:cNvPr id="4" name="Slide Number Placeholder 3"/>
          <p:cNvSpPr>
            <a:spLocks noGrp="1"/>
          </p:cNvSpPr>
          <p:nvPr>
            <p:ph type="sldNum" sz="quarter" idx="5"/>
          </p:nvPr>
        </p:nvSpPr>
        <p:spPr/>
        <p:txBody>
          <a:bodyPr/>
          <a:lstStyle/>
          <a:p>
            <a:fld id="{039E446D-ECF6-4DCF-9723-CD9F67C24421}" type="slidenum">
              <a:t>3</a:t>
            </a:fld>
            <a:endParaRPr lang="en-US"/>
          </a:p>
        </p:txBody>
      </p:sp>
    </p:spTree>
    <p:extLst>
      <p:ext uri="{BB962C8B-B14F-4D97-AF65-F5344CB8AC3E}">
        <p14:creationId xmlns:p14="http://schemas.microsoft.com/office/powerpoint/2010/main" val="33328087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Sales analysis by store location shows that Astoria, Hell’s Kitchen, and Lower Manhattan all contribute meaningfully to overall performance, with no single store overwhelmingly dominating revenue. Hell’s Kitchen shows a slight edge in overall beverage sales, reflecting strong, consistent demand throughout the day. Lower Manhattan is distinguished by particularly strong early-day trading, indicating a commuter-driven customer base that values speed and accessibility. Astoria demonstrates balanced performance with notable strengths in selected product categories and time intervals. From a leadership standpoint, these patterns reinforce that performance improvement should not rely on a one-size-fits-all approach. Instead, store-specific tactics such as tailored promotions, localized staffing strategies, and adjusted product emphasis can unlock additional growth. The relatively even performance across stores also suggests operational resilience, while still leaving room for optimization based on identifiable demand behaviors.</a:t>
            </a:r>
          </a:p>
        </p:txBody>
      </p:sp>
      <p:sp>
        <p:nvSpPr>
          <p:cNvPr id="4" name="Slide Number Placeholder 3"/>
          <p:cNvSpPr>
            <a:spLocks noGrp="1"/>
          </p:cNvSpPr>
          <p:nvPr>
            <p:ph type="sldNum" sz="quarter" idx="5"/>
          </p:nvPr>
        </p:nvSpPr>
        <p:spPr/>
        <p:txBody>
          <a:bodyPr/>
          <a:lstStyle/>
          <a:p>
            <a:fld id="{039E446D-ECF6-4DCF-9723-CD9F67C24421}" type="slidenum">
              <a:t>4</a:t>
            </a:fld>
            <a:endParaRPr lang="en-US"/>
          </a:p>
        </p:txBody>
      </p:sp>
    </p:spTree>
    <p:extLst>
      <p:ext uri="{BB962C8B-B14F-4D97-AF65-F5344CB8AC3E}">
        <p14:creationId xmlns:p14="http://schemas.microsoft.com/office/powerpoint/2010/main" val="35913926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When sales are viewed by time of day across all stores and products, a clear pattern emerges. Afternoon trading is the strongest revenue period, significantly outperforming Morning and Evening intervals. Late Morning follows as the second-best performing window, while Night consistently records the lowest sales volumes. This concentration of demand suggests that customer traffic and spending behavior are highly time-sensitive. For executive decision-making, this highlights a strong opportunity to double down on peak periods through optimal staffing, faster service, and targeted upselling. Conversely, underperforming periods such as Night represent potential growth opportunities if approached strategically, rather than viewed purely as low-demand times. Adjusting operating models, promotional activity, or product offerings by time of day could improve overall sales efficiency without necessarily extending operating hours or increasing fixed costs.</a:t>
            </a:r>
          </a:p>
        </p:txBody>
      </p:sp>
      <p:sp>
        <p:nvSpPr>
          <p:cNvPr id="4" name="Slide Number Placeholder 3"/>
          <p:cNvSpPr>
            <a:spLocks noGrp="1"/>
          </p:cNvSpPr>
          <p:nvPr>
            <p:ph type="sldNum" sz="quarter" idx="5"/>
          </p:nvPr>
        </p:nvSpPr>
        <p:spPr/>
        <p:txBody>
          <a:bodyPr/>
          <a:lstStyle/>
          <a:p>
            <a:fld id="{039E446D-ECF6-4DCF-9723-CD9F67C24421}" type="slidenum">
              <a:t>5</a:t>
            </a:fld>
            <a:endParaRPr lang="en-US"/>
          </a:p>
        </p:txBody>
      </p:sp>
    </p:spTree>
    <p:extLst>
      <p:ext uri="{BB962C8B-B14F-4D97-AF65-F5344CB8AC3E}">
        <p14:creationId xmlns:p14="http://schemas.microsoft.com/office/powerpoint/2010/main" val="17710278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Coffee performance analysis shows a strong and predictable demand curve across all three store locations. Sales peak most consistently in the Afternoon, with Late Morning also performing well. Lower Manhattan stands out for its strong Early Morning coffee sales, likely driven by commuter behavior and weekday routines. Evening and Night periods show a noticeable drop-off, particularly outside of Astoria. From an executive lens, Coffee represents both a stable revenue anchor and a prime lever foroptimization. Enhancing premium offerings, improving throughput during peak Afternoon periods, and experimenting with limited-time offers in the Evening could extend sales without compromising brand positioning. The data confirms that Coffee should remain the centerpiece of operational and commercial strategy, with refinements focused on timing rather than category expansion.</a:t>
            </a:r>
          </a:p>
        </p:txBody>
      </p:sp>
      <p:sp>
        <p:nvSpPr>
          <p:cNvPr id="4" name="Slide Number Placeholder 3"/>
          <p:cNvSpPr>
            <a:spLocks noGrp="1"/>
          </p:cNvSpPr>
          <p:nvPr>
            <p:ph type="sldNum" sz="quarter" idx="5"/>
          </p:nvPr>
        </p:nvSpPr>
        <p:spPr/>
        <p:txBody>
          <a:bodyPr/>
          <a:lstStyle/>
          <a:p>
            <a:fld id="{039E446D-ECF6-4DCF-9723-CD9F67C24421}" type="slidenum">
              <a:t>6</a:t>
            </a:fld>
            <a:endParaRPr lang="en-US"/>
          </a:p>
        </p:txBody>
      </p:sp>
    </p:spTree>
    <p:extLst>
      <p:ext uri="{BB962C8B-B14F-4D97-AF65-F5344CB8AC3E}">
        <p14:creationId xmlns:p14="http://schemas.microsoft.com/office/powerpoint/2010/main" val="35974801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Tea follows a similar but slightly softer demand pattern compared to Coffee. Afternoon and Late Morning remain the strongest time intervals, with relatively balanced performance across stores. Night sales decline more sharply, especially in Lower Manhattan. Tea’s consistent but less dominant performance suggests that it benefits from complementing Coffee-led demand rather than driving traffic independently. For senior leadership, this indicates an opportunity to strengthen Tea sales through pairing strategies, such as bundled offers with light bakery items or targeted Afternoon promotions. Additionally, highlighting premium or specialty Tea options during peak periods could incrementally lift average transaction value. Tea remains a dependable contributor, but one that responds best to strategic positioning rather than aggressive expansion.</a:t>
            </a:r>
          </a:p>
        </p:txBody>
      </p:sp>
      <p:sp>
        <p:nvSpPr>
          <p:cNvPr id="4" name="Slide Number Placeholder 3"/>
          <p:cNvSpPr>
            <a:spLocks noGrp="1"/>
          </p:cNvSpPr>
          <p:nvPr>
            <p:ph type="sldNum" sz="quarter" idx="5"/>
          </p:nvPr>
        </p:nvSpPr>
        <p:spPr/>
        <p:txBody>
          <a:bodyPr/>
          <a:lstStyle/>
          <a:p>
            <a:fld id="{039E446D-ECF6-4DCF-9723-CD9F67C24421}" type="slidenum">
              <a:t>7</a:t>
            </a:fld>
            <a:endParaRPr lang="en-US"/>
          </a:p>
        </p:txBody>
      </p:sp>
    </p:spTree>
    <p:extLst>
      <p:ext uri="{BB962C8B-B14F-4D97-AF65-F5344CB8AC3E}">
        <p14:creationId xmlns:p14="http://schemas.microsoft.com/office/powerpoint/2010/main" val="36508994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Bakery and Drinking Chocolate display more pronounced time-of-day sensitivity than beverages. Bakery sales peak in the Evening, particularly in Astoria and Lower Manhattan, indicating a stronger snack or discretionary purchase behavior later in the day. Drinking Chocolate shows a unique strength in Astoria at Night, outperforming other stores during that interval. These patterns suggest that these categories are opportunity-driven rather than volume-driven. From an executive perspective, targeted activation is key. Aligning bakery production with Evening demand and selectively promoting Drinking Chocolate during colder or late hours could enhance contribution without increasing waste. These products should be managed tactically as margin enhancers and experience differentiators rather than core volume drivers.</a:t>
            </a:r>
          </a:p>
        </p:txBody>
      </p:sp>
      <p:sp>
        <p:nvSpPr>
          <p:cNvPr id="4" name="Slide Number Placeholder 3"/>
          <p:cNvSpPr>
            <a:spLocks noGrp="1"/>
          </p:cNvSpPr>
          <p:nvPr>
            <p:ph type="sldNum" sz="quarter" idx="5"/>
          </p:nvPr>
        </p:nvSpPr>
        <p:spPr/>
        <p:txBody>
          <a:bodyPr/>
          <a:lstStyle/>
          <a:p>
            <a:fld id="{039E446D-ECF6-4DCF-9723-CD9F67C24421}" type="slidenum">
              <a:t>8</a:t>
            </a:fld>
            <a:endParaRPr lang="en-US"/>
          </a:p>
        </p:txBody>
      </p:sp>
    </p:spTree>
    <p:extLst>
      <p:ext uri="{BB962C8B-B14F-4D97-AF65-F5344CB8AC3E}">
        <p14:creationId xmlns:p14="http://schemas.microsoft.com/office/powerpoint/2010/main" val="16735992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Several clear strategic observations emerge from the consolidated analysis. First, Afternoon is the most critical revenue window and should be protected operationally and commercially. Second, product performance is highly time-dependent, reinforcing the importance of time-based decision-making. Third, stores exhibit distinct demand profiles, justifying localized optimization rather than centralized uniformity. Finally, underperforming periods such as Night are not failures but opportunities for controlled experimentation. These insights suggest that the business is fundamentally healthy, with growth more likely to come from smarter utilization of existing demand rather than aggressive expansion. For leadership, this reinforces the value of precision over scale in driving future performance improvements.</a:t>
            </a:r>
          </a:p>
        </p:txBody>
      </p:sp>
      <p:sp>
        <p:nvSpPr>
          <p:cNvPr id="4" name="Slide Number Placeholder 3"/>
          <p:cNvSpPr>
            <a:spLocks noGrp="1"/>
          </p:cNvSpPr>
          <p:nvPr>
            <p:ph type="sldNum" sz="quarter" idx="5"/>
          </p:nvPr>
        </p:nvSpPr>
        <p:spPr/>
        <p:txBody>
          <a:bodyPr/>
          <a:lstStyle/>
          <a:p>
            <a:fld id="{039E446D-ECF6-4DCF-9723-CD9F67C24421}" type="slidenum">
              <a:t>9</a:t>
            </a:fld>
            <a:endParaRPr lang="en-US"/>
          </a:p>
        </p:txBody>
      </p:sp>
    </p:spTree>
    <p:extLst>
      <p:ext uri="{BB962C8B-B14F-4D97-AF65-F5344CB8AC3E}">
        <p14:creationId xmlns:p14="http://schemas.microsoft.com/office/powerpoint/2010/main" val="1988844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To improve sales performance, several focused actions are recommended. First, prioritize staffing, speed, and product availability during Afternoon peak hours to fully capture demand. Second, introduce targeted Evening and Night promotions, particularly for Bakery and Drinking Chocolate, to lift weaker periods without cannibalizing peak sales. Third, tailor strategies by store, leveraging Lower Manhattan’s Morning strength and Astoria’s Evening and Night opportunities. Fourth, use bundling and cross-selling to increase average transaction value, especially pairing beverages with bakery items. Finally, continuously monitor performance at a time-of-day and store level to ensure rapid adjustment. These actions emphasize disciplined execution over complexity and are designed to drive measurable, sustainable revenue growth.</a:t>
            </a:r>
          </a:p>
        </p:txBody>
      </p:sp>
      <p:sp>
        <p:nvSpPr>
          <p:cNvPr id="4" name="Slide Number Placeholder 3"/>
          <p:cNvSpPr>
            <a:spLocks noGrp="1"/>
          </p:cNvSpPr>
          <p:nvPr>
            <p:ph type="sldNum" sz="quarter" idx="5"/>
          </p:nvPr>
        </p:nvSpPr>
        <p:spPr/>
        <p:txBody>
          <a:bodyPr/>
          <a:lstStyle/>
          <a:p>
            <a:fld id="{039E446D-ECF6-4DCF-9723-CD9F67C24421}" type="slidenum">
              <a:t>10</a:t>
            </a:fld>
            <a:endParaRPr lang="en-US"/>
          </a:p>
        </p:txBody>
      </p:sp>
    </p:spTree>
    <p:extLst>
      <p:ext uri="{BB962C8B-B14F-4D97-AF65-F5344CB8AC3E}">
        <p14:creationId xmlns:p14="http://schemas.microsoft.com/office/powerpoint/2010/main" val="20020873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microsoft.com/office/2007/relationships/hdphoto" Target="../media/hdphoto10.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microsoft.com/office/2007/relationships/hdphoto" Target="../media/hdphoto1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microsoft.com/office/2007/relationships/hdphoto" Target="../media/hdphoto1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microsoft.com/office/2007/relationships/hdphoto" Target="../media/hdphoto12.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microsoft.com/office/2007/relationships/hdphoto" Target="../media/hdphoto1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microsoft.com/office/2007/relationships/hdphoto" Target="../media/hdphoto14.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microsoft.com/office/2007/relationships/hdphoto" Target="../media/hdphoto14.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microsoft.com/office/2007/relationships/hdphoto" Target="../media/hdphoto15.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microsoft.com/office/2007/relationships/hdphoto" Target="../media/hdphoto16.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microsoft.com/office/2007/relationships/hdphoto" Target="../media/hdphoto17.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microsoft.com/office/2007/relationships/hdphoto" Target="../media/hdphoto18.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855720" y="1605915"/>
            <a:ext cx="4480560" cy="2468880"/>
          </a:xfrm>
        </p:spPr>
        <p:txBody>
          <a:bodyPr anchor="b" anchorCtr="0">
            <a:normAutofit/>
          </a:bodyPr>
          <a:lstStyle>
            <a:lvl1pPr algn="ctr">
              <a:lnSpc>
                <a:spcPct val="100000"/>
              </a:lnSpc>
              <a:defRPr sz="48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21480" y="4245427"/>
            <a:ext cx="3749040" cy="1463040"/>
          </a:xfrm>
        </p:spPr>
        <p:txBody>
          <a:bodyPr anchor="t" anchorCtr="0">
            <a:normAutofit/>
          </a:bodyPr>
          <a:lstStyle>
            <a:lvl1pPr marL="0" indent="0" algn="ctr">
              <a:buNone/>
              <a:defRPr sz="1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Oval 3">
            <a:extLst>
              <a:ext uri="{FF2B5EF4-FFF2-40B4-BE49-F238E27FC236}">
                <a16:creationId xmlns:a16="http://schemas.microsoft.com/office/drawing/2014/main" id="{185E30E4-6ABC-717D-EDA7-C6A92FCDB0F6}"/>
              </a:ext>
            </a:extLst>
          </p:cNvPr>
          <p:cNvSpPr>
            <a:spLocks noChangeAspect="1"/>
          </p:cNvSpPr>
          <p:nvPr userDrawn="1"/>
        </p:nvSpPr>
        <p:spPr>
          <a:xfrm>
            <a:off x="3069336" y="402336"/>
            <a:ext cx="6053328" cy="6053328"/>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A06B797E-AAB7-2FA3-8ADB-E0218F350D22}"/>
              </a:ext>
            </a:extLst>
          </p:cNvPr>
          <p:cNvCxnSpPr>
            <a:cxnSpLocks/>
          </p:cNvCxnSpPr>
          <p:nvPr/>
        </p:nvCxnSpPr>
        <p:spPr>
          <a:xfrm flipV="1">
            <a:off x="6096000" y="0"/>
            <a:ext cx="0" cy="4023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E586E34-FF91-68B8-CAEC-F84AD2DEEDB2}"/>
              </a:ext>
            </a:extLst>
          </p:cNvPr>
          <p:cNvCxnSpPr>
            <a:cxnSpLocks/>
          </p:cNvCxnSpPr>
          <p:nvPr userDrawn="1"/>
        </p:nvCxnSpPr>
        <p:spPr>
          <a:xfrm flipV="1">
            <a:off x="6096000" y="6455664"/>
            <a:ext cx="0" cy="4023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CE8CCB10-9F99-49CE-839A-D1D1C8B51CC8}"/>
              </a:ext>
            </a:extLst>
          </p:cNvPr>
          <p:cNvGrpSpPr/>
          <p:nvPr userDrawn="1"/>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B72BBAB3-D3B1-A927-AFB7-E23615F2CD58}"/>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A581A57-E7BF-DC2D-2E40-FD3FB95BA77E}"/>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8602E52-B25B-C787-B432-FAE138B19417}"/>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213978C-81F6-A536-CE48-A5BCDCD8424B}"/>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932710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bg>
      <p:bgPr>
        <a:solidFill>
          <a:schemeClr val="accent3"/>
        </a:solid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1170C3BF-B703-4A66-2FFE-1FD2365D0D35}"/>
              </a:ext>
            </a:extLst>
          </p:cNvPr>
          <p:cNvSpPr>
            <a:spLocks noGrp="1"/>
          </p:cNvSpPr>
          <p:nvPr>
            <p:ph type="title"/>
          </p:nvPr>
        </p:nvSpPr>
        <p:spPr>
          <a:xfrm>
            <a:off x="1066800" y="640080"/>
            <a:ext cx="10058400" cy="777239"/>
          </a:xfrm>
        </p:spPr>
        <p:txBody>
          <a:bodyPr anchor="t"/>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6" name="Content Placeholder 15">
            <a:extLst>
              <a:ext uri="{FF2B5EF4-FFF2-40B4-BE49-F238E27FC236}">
                <a16:creationId xmlns:a16="http://schemas.microsoft.com/office/drawing/2014/main" id="{01884465-7638-4041-56EF-684A60E846D0}"/>
              </a:ext>
            </a:extLst>
          </p:cNvPr>
          <p:cNvSpPr>
            <a:spLocks noGrp="1"/>
          </p:cNvSpPr>
          <p:nvPr>
            <p:ph sz="quarter" idx="13"/>
          </p:nvPr>
        </p:nvSpPr>
        <p:spPr>
          <a:xfrm>
            <a:off x="1069848" y="1463040"/>
            <a:ext cx="10052050" cy="4754563"/>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C26F9D9E-FBB2-49D2-98A3-375E6DBB1458}" type="datetime1">
              <a:rPr lang="en-US" smtClean="0"/>
              <a:t>3/30/2026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grpSp>
        <p:nvGrpSpPr>
          <p:cNvPr id="7" name="Group 6">
            <a:extLst>
              <a:ext uri="{FF2B5EF4-FFF2-40B4-BE49-F238E27FC236}">
                <a16:creationId xmlns:a16="http://schemas.microsoft.com/office/drawing/2014/main" id="{E5E13058-C9D5-FD2D-4E13-939A67007638}"/>
              </a:ext>
            </a:extLst>
          </p:cNvPr>
          <p:cNvGrpSpPr/>
          <p:nvPr/>
        </p:nvGrpSpPr>
        <p:grpSpPr>
          <a:xfrm>
            <a:off x="803185" y="0"/>
            <a:ext cx="10585629" cy="6858000"/>
            <a:chOff x="803185" y="0"/>
            <a:chExt cx="10585629" cy="6858000"/>
          </a:xfrm>
        </p:grpSpPr>
        <p:cxnSp>
          <p:nvCxnSpPr>
            <p:cNvPr id="8" name="Straight Connector 7">
              <a:extLst>
                <a:ext uri="{FF2B5EF4-FFF2-40B4-BE49-F238E27FC236}">
                  <a16:creationId xmlns:a16="http://schemas.microsoft.com/office/drawing/2014/main" id="{F2AF45BD-F4F0-4F29-C005-BA3BC8AF0A65}"/>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B8559CA-B25F-A779-165D-000F511BD539}"/>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076E1BB-25B4-D52E-01F1-44C64375D6F6}"/>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9C388FC-A0B6-481D-BEB4-876D3CFC3F71}"/>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79328637"/>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p:bg>
      <p:bgPr>
        <a:solidFill>
          <a:schemeClr val="accent3"/>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FE20B57-74C2-7AD8-6E07-D29EE6A60AB9}"/>
              </a:ext>
            </a:extLst>
          </p:cNvPr>
          <p:cNvSpPr>
            <a:spLocks noGrp="1"/>
          </p:cNvSpPr>
          <p:nvPr>
            <p:ph type="title"/>
          </p:nvPr>
        </p:nvSpPr>
        <p:spPr>
          <a:xfrm>
            <a:off x="1200912" y="4597404"/>
            <a:ext cx="9784077" cy="980435"/>
          </a:xfrm>
        </p:spPr>
        <p:txBody>
          <a:bodyPr anchor="b">
            <a:noAutofit/>
          </a:bodyPr>
          <a:lstStyle>
            <a:lvl1pPr>
              <a:defRPr sz="4800"/>
            </a:lvl1pPr>
          </a:lstStyle>
          <a:p>
            <a:r>
              <a:rPr lang="en-US"/>
              <a:t>Click to edit Master title style</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13" name="Text Placeholder 12">
            <a:extLst>
              <a:ext uri="{FF2B5EF4-FFF2-40B4-BE49-F238E27FC236}">
                <a16:creationId xmlns:a16="http://schemas.microsoft.com/office/drawing/2014/main" id="{B28025AC-332D-ADB0-3E96-03E4761BBC89}"/>
              </a:ext>
            </a:extLst>
          </p:cNvPr>
          <p:cNvSpPr>
            <a:spLocks noGrp="1"/>
          </p:cNvSpPr>
          <p:nvPr>
            <p:ph type="body" sz="quarter" idx="17"/>
          </p:nvPr>
        </p:nvSpPr>
        <p:spPr>
          <a:xfrm>
            <a:off x="1207008" y="5668963"/>
            <a:ext cx="9784842" cy="639762"/>
          </a:xfrm>
        </p:spPr>
        <p:txBody>
          <a:bodyPr>
            <a:normAutofit/>
          </a:bodyPr>
          <a:lstStyle>
            <a:lvl1pPr marL="0" indent="0">
              <a:buNone/>
              <a:defRPr sz="2000"/>
            </a:lvl1pPr>
          </a:lstStyle>
          <a:p>
            <a:pPr lvl="0"/>
            <a:r>
              <a:rPr lang="en-US"/>
              <a:t>Click to edit Master text styles</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808258" y="404999"/>
            <a:ext cx="10575485" cy="3836802"/>
          </a:xfrm>
          <a:blipFill dpi="0" rotWithShape="1">
            <a:blip r:embed="rId2">
              <a:alphaModFix amt="25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t="1" b="-667"/>
            </a:stretch>
          </a:blipFill>
        </p:spPr>
        <p:txBody>
          <a:bodyPr/>
          <a:lstStyle>
            <a:lvl1pPr marL="0" indent="0">
              <a:buNone/>
              <a:defRPr/>
            </a:lvl1pPr>
          </a:lstStyle>
          <a:p>
            <a:r>
              <a:rPr lang="en-US"/>
              <a:t> </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a:xfrm rot="5400000">
            <a:off x="10040831" y="4203335"/>
            <a:ext cx="3494314" cy="365125"/>
          </a:xfrm>
        </p:spPr>
        <p:txBody>
          <a:bodyPr/>
          <a:lstStyle>
            <a:lvl1pPr>
              <a:defRPr>
                <a:solidFill>
                  <a:schemeClr val="tx1"/>
                </a:solidFill>
              </a:defRPr>
            </a:lvl1pPr>
          </a:lstStyle>
          <a:p>
            <a:fld id="{3D5058B3-EEF2-4DD0-8865-E06070870E6E}" type="datetime1">
              <a:rPr lang="en-US" smtClean="0"/>
              <a:t>3/30/2026</a:t>
            </a:fld>
            <a:endParaRPr lang="en-US"/>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4" name="Straight Connector 3">
            <a:extLst>
              <a:ext uri="{FF2B5EF4-FFF2-40B4-BE49-F238E27FC236}">
                <a16:creationId xmlns:a16="http://schemas.microsoft.com/office/drawing/2014/main" id="{F5904286-3DEB-9849-219D-A085C0024794}"/>
              </a:ext>
            </a:extLst>
          </p:cNvPr>
          <p:cNvCxnSpPr>
            <a:cxnSpLocks/>
          </p:cNvCxnSpPr>
          <p:nvPr/>
        </p:nvCxnSpPr>
        <p:spPr>
          <a:xfrm>
            <a:off x="803185" y="4267354"/>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9FCF7D0C-5069-E36A-74BE-09B74A8BDF58}"/>
              </a:ext>
            </a:extLst>
          </p:cNvPr>
          <p:cNvGrpSpPr/>
          <p:nvPr/>
        </p:nvGrpSpPr>
        <p:grpSpPr>
          <a:xfrm>
            <a:off x="803185" y="0"/>
            <a:ext cx="10585629" cy="6858000"/>
            <a:chOff x="803185" y="0"/>
            <a:chExt cx="10585629" cy="6858000"/>
          </a:xfrm>
        </p:grpSpPr>
        <p:cxnSp>
          <p:nvCxnSpPr>
            <p:cNvPr id="15" name="Straight Connector 14">
              <a:extLst>
                <a:ext uri="{FF2B5EF4-FFF2-40B4-BE49-F238E27FC236}">
                  <a16:creationId xmlns:a16="http://schemas.microsoft.com/office/drawing/2014/main" id="{23A121A0-9E65-3E8B-DBB2-52D98873A8C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2B9F357-72AD-336C-0877-A0314E652941}"/>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373381C-AC31-FE63-FC5F-EFE48EAFF6B6}"/>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3AEBC41-77CA-7255-DEC2-73C82A6D4ED0}"/>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4254384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accent3"/>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08D1A68-0FAC-B397-3F43-E7E6DB16F9D9}"/>
              </a:ext>
            </a:extLst>
          </p:cNvPr>
          <p:cNvSpPr>
            <a:spLocks noGrp="1"/>
          </p:cNvSpPr>
          <p:nvPr>
            <p:ph type="title"/>
          </p:nvPr>
        </p:nvSpPr>
        <p:spPr>
          <a:xfrm>
            <a:off x="6395598" y="1126010"/>
            <a:ext cx="4668639" cy="3478778"/>
          </a:xfrm>
        </p:spPr>
        <p:txBody>
          <a:bodyPr anchor="b">
            <a:normAutofit/>
          </a:bodyPr>
          <a:lstStyle>
            <a:lvl1pPr>
              <a:defRPr sz="4800"/>
            </a:lvl1pPr>
          </a:lstStyle>
          <a:p>
            <a:r>
              <a:rPr lang="en-US"/>
              <a:t>Click to edit Master title style</a:t>
            </a:r>
          </a:p>
        </p:txBody>
      </p:sp>
      <p:sp>
        <p:nvSpPr>
          <p:cNvPr id="8" name="Footer Placeholder 7">
            <a:extLst>
              <a:ext uri="{FF2B5EF4-FFF2-40B4-BE49-F238E27FC236}">
                <a16:creationId xmlns:a16="http://schemas.microsoft.com/office/drawing/2014/main" id="{94E97102-355A-91BC-FF97-2F2F544144E1}"/>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11" name="Text Placeholder 12">
            <a:extLst>
              <a:ext uri="{FF2B5EF4-FFF2-40B4-BE49-F238E27FC236}">
                <a16:creationId xmlns:a16="http://schemas.microsoft.com/office/drawing/2014/main" id="{94891711-2302-9D63-B25E-AF7AF07C3A86}"/>
              </a:ext>
            </a:extLst>
          </p:cNvPr>
          <p:cNvSpPr>
            <a:spLocks noGrp="1"/>
          </p:cNvSpPr>
          <p:nvPr>
            <p:ph type="body" sz="quarter" idx="17"/>
          </p:nvPr>
        </p:nvSpPr>
        <p:spPr>
          <a:xfrm>
            <a:off x="6395598" y="4731335"/>
            <a:ext cx="4668642" cy="1193728"/>
          </a:xfrm>
        </p:spPr>
        <p:txBody>
          <a:bodyPr>
            <a:normAutofit/>
          </a:bodyPr>
          <a:lstStyle>
            <a:lvl1pPr marL="0" indent="0">
              <a:buNone/>
              <a:defRPr sz="2000"/>
            </a:lvl1pPr>
          </a:lstStyle>
          <a:p>
            <a:pPr lvl="0"/>
            <a:r>
              <a:rPr lang="en-US"/>
              <a:t>Click to edit Master text styles</a:t>
            </a:r>
          </a:p>
        </p:txBody>
      </p:sp>
      <p:sp>
        <p:nvSpPr>
          <p:cNvPr id="10" name="Picture Placeholder 10">
            <a:extLst>
              <a:ext uri="{FF2B5EF4-FFF2-40B4-BE49-F238E27FC236}">
                <a16:creationId xmlns:a16="http://schemas.microsoft.com/office/drawing/2014/main" id="{391879C3-FF15-5DBC-60E1-15862E523659}"/>
              </a:ext>
            </a:extLst>
          </p:cNvPr>
          <p:cNvSpPr>
            <a:spLocks noGrp="1"/>
          </p:cNvSpPr>
          <p:nvPr>
            <p:ph type="pic" sz="quarter" idx="13" hasCustomPrompt="1"/>
          </p:nvPr>
        </p:nvSpPr>
        <p:spPr>
          <a:xfrm>
            <a:off x="804672" y="397791"/>
            <a:ext cx="5289176"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52" t="75" r="1"/>
            </a:stretch>
          </a:blipFill>
        </p:spPr>
        <p:txBody>
          <a:bodyPr/>
          <a:lstStyle>
            <a:lvl1pPr marL="0" indent="0">
              <a:buNone/>
              <a:defRPr/>
            </a:lvl1pPr>
          </a:lstStyle>
          <a:p>
            <a:r>
              <a:rPr lang="en-US"/>
              <a:t> </a:t>
            </a:r>
          </a:p>
        </p:txBody>
      </p:sp>
      <p:sp>
        <p:nvSpPr>
          <p:cNvPr id="7" name="Date Placeholder 6">
            <a:extLst>
              <a:ext uri="{FF2B5EF4-FFF2-40B4-BE49-F238E27FC236}">
                <a16:creationId xmlns:a16="http://schemas.microsoft.com/office/drawing/2014/main" id="{EEF24230-5D44-0E0B-741C-23E5B8A5067D}"/>
              </a:ext>
            </a:extLst>
          </p:cNvPr>
          <p:cNvSpPr>
            <a:spLocks noGrp="1"/>
          </p:cNvSpPr>
          <p:nvPr>
            <p:ph type="dt" sz="half" idx="14"/>
          </p:nvPr>
        </p:nvSpPr>
        <p:spPr/>
        <p:txBody>
          <a:bodyPr/>
          <a:lstStyle>
            <a:lvl1pPr>
              <a:defRPr>
                <a:solidFill>
                  <a:schemeClr val="tx1"/>
                </a:solidFill>
              </a:defRPr>
            </a:lvl1pPr>
          </a:lstStyle>
          <a:p>
            <a:fld id="{0FDDB1F5-9155-4128-9946-6808FE896B8C}" type="datetime1">
              <a:rPr lang="en-US" smtClean="0"/>
              <a:t>3/30/2026</a:t>
            </a:fld>
            <a:endParaRPr lang="en-US"/>
          </a:p>
        </p:txBody>
      </p:sp>
      <p:sp>
        <p:nvSpPr>
          <p:cNvPr id="9" name="Slide Number Placeholder 8">
            <a:extLst>
              <a:ext uri="{FF2B5EF4-FFF2-40B4-BE49-F238E27FC236}">
                <a16:creationId xmlns:a16="http://schemas.microsoft.com/office/drawing/2014/main" id="{59DF417E-29EA-8AA4-1FB6-094EEC6C1C1D}"/>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16" name="Straight Connector 15">
            <a:extLst>
              <a:ext uri="{FF2B5EF4-FFF2-40B4-BE49-F238E27FC236}">
                <a16:creationId xmlns:a16="http://schemas.microsoft.com/office/drawing/2014/main" id="{58922217-2748-2314-B47E-D795069B2538}"/>
              </a:ext>
            </a:extLst>
          </p:cNvPr>
          <p:cNvCxnSpPr>
            <a:cxnSpLocks/>
          </p:cNvCxnSpPr>
          <p:nvPr/>
        </p:nvCxnSpPr>
        <p:spPr>
          <a:xfrm>
            <a:off x="6099048"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2C0D6AF0-B6F6-A093-A469-888C617C34D0}"/>
              </a:ext>
            </a:extLst>
          </p:cNvPr>
          <p:cNvGrpSpPr/>
          <p:nvPr/>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D46E95A7-955E-FC5B-D104-EC6701D6FA60}"/>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445FC1A-7536-FA20-E5DC-2D810097554F}"/>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BB12FF6-F32F-DFCA-9885-6FE91F1A8A35}"/>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FE863DC-51BC-8D1D-3164-799EBBDAD6F0}"/>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2701340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accent3"/>
        </a:solidFill>
        <a:effectLst/>
      </p:bgPr>
    </p:bg>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7E3D082D-5D35-2F9F-90C3-021CD2158B79}"/>
              </a:ext>
            </a:extLst>
          </p:cNvPr>
          <p:cNvSpPr>
            <a:spLocks noGrp="1"/>
          </p:cNvSpPr>
          <p:nvPr>
            <p:ph type="title"/>
          </p:nvPr>
        </p:nvSpPr>
        <p:spPr>
          <a:xfrm>
            <a:off x="1206418" y="782840"/>
            <a:ext cx="4572587" cy="3661142"/>
          </a:xfrm>
        </p:spPr>
        <p:txBody>
          <a:bodyPr>
            <a:normAutofit/>
          </a:bodyPr>
          <a:lstStyle>
            <a:lvl1pPr>
              <a:defRPr sz="4800"/>
            </a:lvl1pPr>
          </a:lstStyle>
          <a:p>
            <a:r>
              <a:rPr lang="en-US"/>
              <a:t>Click to edit Master title style</a:t>
            </a:r>
          </a:p>
        </p:txBody>
      </p:sp>
      <p:sp>
        <p:nvSpPr>
          <p:cNvPr id="5" name="Footer Placeholder 4">
            <a:extLst>
              <a:ext uri="{FF2B5EF4-FFF2-40B4-BE49-F238E27FC236}">
                <a16:creationId xmlns:a16="http://schemas.microsoft.com/office/drawing/2014/main" id="{D68AA1BC-11EF-D28B-C0E1-F2D685AF722E}"/>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16" name="Text Placeholder 12">
            <a:extLst>
              <a:ext uri="{FF2B5EF4-FFF2-40B4-BE49-F238E27FC236}">
                <a16:creationId xmlns:a16="http://schemas.microsoft.com/office/drawing/2014/main" id="{5B07658D-2C15-0859-FC14-231204836C51}"/>
              </a:ext>
            </a:extLst>
          </p:cNvPr>
          <p:cNvSpPr>
            <a:spLocks noGrp="1"/>
          </p:cNvSpPr>
          <p:nvPr>
            <p:ph type="body" sz="quarter" idx="17"/>
          </p:nvPr>
        </p:nvSpPr>
        <p:spPr>
          <a:xfrm>
            <a:off x="1207008" y="4663439"/>
            <a:ext cx="4571996" cy="1380739"/>
          </a:xfrm>
        </p:spPr>
        <p:txBody>
          <a:bodyPr anchor="b">
            <a:normAutofit/>
          </a:bodyPr>
          <a:lstStyle>
            <a:lvl1pPr marL="0" indent="0">
              <a:buNone/>
              <a:defRPr sz="2000"/>
            </a:lvl1pPr>
          </a:lstStyle>
          <a:p>
            <a:pPr lvl="0"/>
            <a:r>
              <a:rPr lang="en-US"/>
              <a:t>Click to edit Master text styles</a:t>
            </a:r>
          </a:p>
        </p:txBody>
      </p:sp>
      <p:sp>
        <p:nvSpPr>
          <p:cNvPr id="10" name="Picture Placeholder 10">
            <a:extLst>
              <a:ext uri="{FF2B5EF4-FFF2-40B4-BE49-F238E27FC236}">
                <a16:creationId xmlns:a16="http://schemas.microsoft.com/office/drawing/2014/main" id="{3565B300-A92A-F114-82AF-D815794F430F}"/>
              </a:ext>
            </a:extLst>
          </p:cNvPr>
          <p:cNvSpPr>
            <a:spLocks noGrp="1"/>
          </p:cNvSpPr>
          <p:nvPr>
            <p:ph type="pic" sz="quarter" idx="13" hasCustomPrompt="1"/>
          </p:nvPr>
        </p:nvSpPr>
        <p:spPr>
          <a:xfrm>
            <a:off x="6099048" y="402336"/>
            <a:ext cx="5289176"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b="1"/>
            </a:stretch>
          </a:blipFill>
        </p:spPr>
        <p:txBody>
          <a:bodyPr/>
          <a:lstStyle>
            <a:lvl1pPr marL="0" indent="0">
              <a:buNone/>
              <a:defRPr/>
            </a:lvl1pPr>
          </a:lstStyle>
          <a:p>
            <a:r>
              <a:rPr lang="en-US"/>
              <a:t> </a:t>
            </a:r>
          </a:p>
        </p:txBody>
      </p:sp>
      <p:sp>
        <p:nvSpPr>
          <p:cNvPr id="4" name="Date Placeholder 3">
            <a:extLst>
              <a:ext uri="{FF2B5EF4-FFF2-40B4-BE49-F238E27FC236}">
                <a16:creationId xmlns:a16="http://schemas.microsoft.com/office/drawing/2014/main" id="{3697B55B-A218-74B5-0BEE-22235E9B8B72}"/>
              </a:ext>
            </a:extLst>
          </p:cNvPr>
          <p:cNvSpPr>
            <a:spLocks noGrp="1"/>
          </p:cNvSpPr>
          <p:nvPr>
            <p:ph type="dt" sz="half" idx="14"/>
          </p:nvPr>
        </p:nvSpPr>
        <p:spPr/>
        <p:txBody>
          <a:bodyPr/>
          <a:lstStyle>
            <a:lvl1pPr>
              <a:defRPr>
                <a:solidFill>
                  <a:schemeClr val="tx1"/>
                </a:solidFill>
              </a:defRPr>
            </a:lvl1pPr>
          </a:lstStyle>
          <a:p>
            <a:fld id="{76332D4F-69DA-447D-8D71-58933F8FE745}" type="datetime1">
              <a:rPr lang="en-US" smtClean="0"/>
              <a:t>3/30/2026</a:t>
            </a:fld>
            <a:endParaRPr lang="en-US"/>
          </a:p>
        </p:txBody>
      </p:sp>
      <p:sp>
        <p:nvSpPr>
          <p:cNvPr id="6" name="Slide Number Placeholder 5">
            <a:extLst>
              <a:ext uri="{FF2B5EF4-FFF2-40B4-BE49-F238E27FC236}">
                <a16:creationId xmlns:a16="http://schemas.microsoft.com/office/drawing/2014/main" id="{90210BF7-333F-24FE-D2DF-7331FF965889}"/>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17" name="Straight Connector 16">
            <a:extLst>
              <a:ext uri="{FF2B5EF4-FFF2-40B4-BE49-F238E27FC236}">
                <a16:creationId xmlns:a16="http://schemas.microsoft.com/office/drawing/2014/main" id="{BCC99E2D-452C-18BB-7BBF-6B7623C54B61}"/>
              </a:ext>
            </a:extLst>
          </p:cNvPr>
          <p:cNvCxnSpPr/>
          <p:nvPr/>
        </p:nvCxnSpPr>
        <p:spPr>
          <a:xfrm>
            <a:off x="6099048"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BEF9994A-73A8-CE11-7B98-7EA7C4CD1EA5}"/>
              </a:ext>
            </a:extLst>
          </p:cNvPr>
          <p:cNvGrpSpPr/>
          <p:nvPr userDrawn="1"/>
        </p:nvGrpSpPr>
        <p:grpSpPr>
          <a:xfrm>
            <a:off x="803185" y="0"/>
            <a:ext cx="10585629" cy="6858000"/>
            <a:chOff x="803185" y="0"/>
            <a:chExt cx="10585629" cy="6858000"/>
          </a:xfrm>
        </p:grpSpPr>
        <p:cxnSp>
          <p:nvCxnSpPr>
            <p:cNvPr id="8" name="Straight Connector 7">
              <a:extLst>
                <a:ext uri="{FF2B5EF4-FFF2-40B4-BE49-F238E27FC236}">
                  <a16:creationId xmlns:a16="http://schemas.microsoft.com/office/drawing/2014/main" id="{C7A9A682-C17C-6F60-46E3-F77E33DAF300}"/>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5C5B78E-1DDD-2C3B-5815-0AA0E821DFC7}"/>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61B8608-E98C-230E-455F-2EB092A04E7E}"/>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AD2C4CF-5F74-8957-6184-413A56C8EDF9}"/>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6807886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4">
    <p:bg>
      <p:bgPr>
        <a:solidFill>
          <a:schemeClr val="accent3"/>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2C0D6AF0-B6F6-A093-A469-888C617C34D0}"/>
              </a:ext>
            </a:extLst>
          </p:cNvPr>
          <p:cNvGrpSpPr/>
          <p:nvPr/>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D46E95A7-955E-FC5B-D104-EC6701D6FA60}"/>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445FC1A-7536-FA20-E5DC-2D810097554F}"/>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BB12FF6-F32F-DFCA-9885-6FE91F1A8A35}"/>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FE863DC-51BC-8D1D-3164-799EBBDAD6F0}"/>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6" name="Straight Connector 15">
            <a:extLst>
              <a:ext uri="{FF2B5EF4-FFF2-40B4-BE49-F238E27FC236}">
                <a16:creationId xmlns:a16="http://schemas.microsoft.com/office/drawing/2014/main" id="{58922217-2748-2314-B47E-D795069B2538}"/>
              </a:ext>
            </a:extLst>
          </p:cNvPr>
          <p:cNvCxnSpPr>
            <a:cxnSpLocks/>
          </p:cNvCxnSpPr>
          <p:nvPr/>
        </p:nvCxnSpPr>
        <p:spPr>
          <a:xfrm>
            <a:off x="6099048"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0DB7B0F2-3D52-79E2-8444-B82E34B568BA}"/>
              </a:ext>
            </a:extLst>
          </p:cNvPr>
          <p:cNvSpPr>
            <a:spLocks noGrp="1"/>
          </p:cNvSpPr>
          <p:nvPr>
            <p:ph type="title"/>
          </p:nvPr>
        </p:nvSpPr>
        <p:spPr>
          <a:xfrm>
            <a:off x="6400800" y="786384"/>
            <a:ext cx="4668637" cy="3460492"/>
          </a:xfrm>
        </p:spPr>
        <p:txBody>
          <a:bodyPr>
            <a:normAutofit/>
          </a:bodyPr>
          <a:lstStyle>
            <a:lvl1pPr>
              <a:defRPr sz="4800"/>
            </a:lvl1pPr>
          </a:lstStyle>
          <a:p>
            <a:r>
              <a:rPr lang="en-US"/>
              <a:t>Click to edit Master title style</a:t>
            </a:r>
          </a:p>
        </p:txBody>
      </p:sp>
      <p:sp>
        <p:nvSpPr>
          <p:cNvPr id="8" name="Footer Placeholder 7">
            <a:extLst>
              <a:ext uri="{FF2B5EF4-FFF2-40B4-BE49-F238E27FC236}">
                <a16:creationId xmlns:a16="http://schemas.microsoft.com/office/drawing/2014/main" id="{94E97102-355A-91BC-FF97-2F2F544144E1}"/>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10" name="Picture Placeholder 10">
            <a:extLst>
              <a:ext uri="{FF2B5EF4-FFF2-40B4-BE49-F238E27FC236}">
                <a16:creationId xmlns:a16="http://schemas.microsoft.com/office/drawing/2014/main" id="{391879C3-FF15-5DBC-60E1-15862E523659}"/>
              </a:ext>
            </a:extLst>
          </p:cNvPr>
          <p:cNvSpPr>
            <a:spLocks noGrp="1"/>
          </p:cNvSpPr>
          <p:nvPr>
            <p:ph type="pic" sz="quarter" idx="13" hasCustomPrompt="1"/>
          </p:nvPr>
        </p:nvSpPr>
        <p:spPr>
          <a:xfrm>
            <a:off x="804672" y="397791"/>
            <a:ext cx="5289176"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52" t="75" r="1"/>
            </a:stretch>
          </a:blipFill>
        </p:spPr>
        <p:txBody>
          <a:bodyPr/>
          <a:lstStyle>
            <a:lvl1pPr marL="0" indent="0">
              <a:buNone/>
              <a:defRPr/>
            </a:lvl1pPr>
          </a:lstStyle>
          <a:p>
            <a:r>
              <a:rPr lang="en-US"/>
              <a:t>   </a:t>
            </a:r>
          </a:p>
        </p:txBody>
      </p:sp>
      <p:sp>
        <p:nvSpPr>
          <p:cNvPr id="6" name="Text Placeholder 12">
            <a:extLst>
              <a:ext uri="{FF2B5EF4-FFF2-40B4-BE49-F238E27FC236}">
                <a16:creationId xmlns:a16="http://schemas.microsoft.com/office/drawing/2014/main" id="{944F125D-7632-1E4B-E35B-4A1B552FC872}"/>
              </a:ext>
            </a:extLst>
          </p:cNvPr>
          <p:cNvSpPr>
            <a:spLocks noGrp="1"/>
          </p:cNvSpPr>
          <p:nvPr>
            <p:ph type="body" sz="quarter" idx="17"/>
          </p:nvPr>
        </p:nvSpPr>
        <p:spPr>
          <a:xfrm>
            <a:off x="6395599" y="4663439"/>
            <a:ext cx="4668641" cy="1380744"/>
          </a:xfrm>
        </p:spPr>
        <p:txBody>
          <a:bodyPr anchor="b">
            <a:normAutofit/>
          </a:bodyPr>
          <a:lstStyle>
            <a:lvl1pPr marL="0" indent="0">
              <a:buNone/>
              <a:defRPr sz="2000"/>
            </a:lvl1pPr>
          </a:lstStyle>
          <a:p>
            <a:pPr lvl="0"/>
            <a:r>
              <a:rPr lang="en-US"/>
              <a:t>Click to edit Master text styles</a:t>
            </a:r>
          </a:p>
        </p:txBody>
      </p:sp>
      <p:sp>
        <p:nvSpPr>
          <p:cNvPr id="7" name="Date Placeholder 6">
            <a:extLst>
              <a:ext uri="{FF2B5EF4-FFF2-40B4-BE49-F238E27FC236}">
                <a16:creationId xmlns:a16="http://schemas.microsoft.com/office/drawing/2014/main" id="{EEF24230-5D44-0E0B-741C-23E5B8A5067D}"/>
              </a:ext>
            </a:extLst>
          </p:cNvPr>
          <p:cNvSpPr>
            <a:spLocks noGrp="1"/>
          </p:cNvSpPr>
          <p:nvPr>
            <p:ph type="dt" sz="half" idx="14"/>
          </p:nvPr>
        </p:nvSpPr>
        <p:spPr/>
        <p:txBody>
          <a:bodyPr/>
          <a:lstStyle>
            <a:lvl1pPr>
              <a:defRPr>
                <a:solidFill>
                  <a:schemeClr val="tx1"/>
                </a:solidFill>
              </a:defRPr>
            </a:lvl1pPr>
          </a:lstStyle>
          <a:p>
            <a:fld id="{2F8211FF-1EED-4E40-908A-D3076C331B06}" type="datetime1">
              <a:rPr lang="en-US" smtClean="0"/>
              <a:t>3/30/2026</a:t>
            </a:fld>
            <a:endParaRPr lang="en-US"/>
          </a:p>
        </p:txBody>
      </p:sp>
      <p:sp>
        <p:nvSpPr>
          <p:cNvPr id="9" name="Slide Number Placeholder 8">
            <a:extLst>
              <a:ext uri="{FF2B5EF4-FFF2-40B4-BE49-F238E27FC236}">
                <a16:creationId xmlns:a16="http://schemas.microsoft.com/office/drawing/2014/main" id="{59DF417E-29EA-8AA4-1FB6-094EEC6C1C1D}"/>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67615698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accent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08E949C-4552-505B-2374-1AD98378AB98}"/>
              </a:ext>
            </a:extLst>
          </p:cNvPr>
          <p:cNvSpPr>
            <a:spLocks noGrp="1"/>
          </p:cNvSpPr>
          <p:nvPr>
            <p:ph type="title"/>
          </p:nvPr>
        </p:nvSpPr>
        <p:spPr>
          <a:xfrm>
            <a:off x="1207007" y="786382"/>
            <a:ext cx="7589520" cy="3474721"/>
          </a:xfrm>
        </p:spPr>
        <p:txBody>
          <a:bodyPr>
            <a:noAutofit/>
          </a:bodyPr>
          <a:lstStyle>
            <a:lvl1pPr>
              <a:defRPr sz="700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0" name="Text Placeholder 12">
            <a:extLst>
              <a:ext uri="{FF2B5EF4-FFF2-40B4-BE49-F238E27FC236}">
                <a16:creationId xmlns:a16="http://schemas.microsoft.com/office/drawing/2014/main" id="{96AD6200-A62D-83E5-67FF-7C9D21BC40D3}"/>
              </a:ext>
            </a:extLst>
          </p:cNvPr>
          <p:cNvSpPr>
            <a:spLocks noGrp="1"/>
          </p:cNvSpPr>
          <p:nvPr>
            <p:ph type="body" sz="quarter" idx="17"/>
          </p:nvPr>
        </p:nvSpPr>
        <p:spPr>
          <a:xfrm>
            <a:off x="1207007" y="4480561"/>
            <a:ext cx="6655519" cy="1563618"/>
          </a:xfrm>
        </p:spPr>
        <p:txBody>
          <a:bodyPr anchor="b">
            <a:normAutofit/>
          </a:bodyPr>
          <a:lstStyle>
            <a:lvl1pPr marL="0" indent="0">
              <a:buNone/>
              <a:defRPr sz="2000"/>
            </a:lvl1pPr>
          </a:lstStyle>
          <a:p>
            <a:pPr lvl="0"/>
            <a:r>
              <a:rPr lang="en-US"/>
              <a:t>Click to edit Master text styles</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D804AD26-BCB3-4DA6-A1C8-F71900B8E385}" type="datetime1">
              <a:rPr lang="en-US" smtClean="0"/>
              <a:t>3/30/2026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grpSp>
        <p:nvGrpSpPr>
          <p:cNvPr id="12" name="Group 11">
            <a:extLst>
              <a:ext uri="{FF2B5EF4-FFF2-40B4-BE49-F238E27FC236}">
                <a16:creationId xmlns:a16="http://schemas.microsoft.com/office/drawing/2014/main" id="{FFF68E49-FB2F-EE46-BBC5-687EFFAC5B44}"/>
              </a:ext>
            </a:extLst>
          </p:cNvPr>
          <p:cNvGrpSpPr/>
          <p:nvPr userDrawn="1"/>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3A684535-D8D6-3C5C-2F48-CF561A535894}"/>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053CEFA-651F-E217-0B0C-E52881B35E21}"/>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21F9794-829E-FFF3-35B9-FBE57045076F}"/>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1C86891-1380-AD13-7BB7-52F437FF17F5}"/>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6294013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3">
    <p:bg>
      <p:bgRef idx="1001">
        <a:schemeClr val="bg1"/>
      </p:bgRef>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B89E9313-4D10-F4B7-8D91-79EDA5D77209}"/>
              </a:ext>
            </a:extLst>
          </p:cNvPr>
          <p:cNvSpPr>
            <a:spLocks noGrp="1"/>
          </p:cNvSpPr>
          <p:nvPr>
            <p:ph type="title"/>
          </p:nvPr>
        </p:nvSpPr>
        <p:spPr>
          <a:xfrm>
            <a:off x="1207004" y="1073329"/>
            <a:ext cx="7876287" cy="3592629"/>
          </a:xfrm>
        </p:spPr>
        <p:txBody>
          <a:bodyPr anchor="b">
            <a:normAutofit/>
          </a:bodyPr>
          <a:lstStyle>
            <a:lvl1pPr>
              <a:defRPr sz="720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10" name="Text Placeholder 12">
            <a:extLst>
              <a:ext uri="{FF2B5EF4-FFF2-40B4-BE49-F238E27FC236}">
                <a16:creationId xmlns:a16="http://schemas.microsoft.com/office/drawing/2014/main" id="{9CF64426-6D11-A40D-4E5E-20B779D81EA7}"/>
              </a:ext>
            </a:extLst>
          </p:cNvPr>
          <p:cNvSpPr>
            <a:spLocks noGrp="1"/>
          </p:cNvSpPr>
          <p:nvPr>
            <p:ph type="body" sz="quarter" idx="17"/>
          </p:nvPr>
        </p:nvSpPr>
        <p:spPr>
          <a:xfrm>
            <a:off x="1207007" y="4715111"/>
            <a:ext cx="7375466" cy="1014984"/>
          </a:xfrm>
        </p:spPr>
        <p:txBody>
          <a:bodyPr anchor="t">
            <a:normAutofit/>
          </a:bodyPr>
          <a:lstStyle>
            <a:lvl1pPr marL="0" indent="0">
              <a:buNone/>
              <a:defRPr sz="2000"/>
            </a:lvl1pPr>
          </a:lstStyle>
          <a:p>
            <a:pPr lvl="0"/>
            <a:r>
              <a:rPr lang="en-US"/>
              <a:t>Click to edit Master text styles</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53632C9C-9A8F-446B-8187-09132D1A46A0}" type="datetime1">
              <a:rPr lang="en-US" smtClean="0"/>
              <a:t>3/30/2026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grpSp>
        <p:nvGrpSpPr>
          <p:cNvPr id="12" name="Group 11">
            <a:extLst>
              <a:ext uri="{FF2B5EF4-FFF2-40B4-BE49-F238E27FC236}">
                <a16:creationId xmlns:a16="http://schemas.microsoft.com/office/drawing/2014/main" id="{54162085-B82B-D70C-0D7A-22C4D7233FBB}"/>
              </a:ext>
            </a:extLst>
          </p:cNvPr>
          <p:cNvGrpSpPr/>
          <p:nvPr userDrawn="1"/>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9B9AC621-2F3F-131D-52E8-A49842375418}"/>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3C01039-2702-D6CF-0CAF-7BDB73F16575}"/>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76C98EB-F220-E16C-9F07-94D78E1A08D0}"/>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F953B0C-5FF3-5CCF-848F-BB45DDA545A2}"/>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001371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295400" y="1005840"/>
            <a:ext cx="9601200" cy="2621154"/>
          </a:xfrm>
        </p:spPr>
        <p:txBody>
          <a:bodyPr anchor="b" anchorCtr="0">
            <a:normAutofit/>
          </a:bodyPr>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295400" y="3749039"/>
            <a:ext cx="9601200" cy="2103120"/>
          </a:xfrm>
        </p:spPr>
        <p:txBody>
          <a:bodyPr anchor="t" anchorCtr="0">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18C6F82F-1CA0-4CF2-91A1-388896177AD5}" type="datetime1">
              <a:rPr lang="en-US" smtClean="0"/>
              <a:t>3/30/2026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grpSp>
        <p:nvGrpSpPr>
          <p:cNvPr id="12" name="Group 11">
            <a:extLst>
              <a:ext uri="{FF2B5EF4-FFF2-40B4-BE49-F238E27FC236}">
                <a16:creationId xmlns:a16="http://schemas.microsoft.com/office/drawing/2014/main" id="{E52FAD7B-9B0A-857E-5CD0-3E3F44C18648}"/>
              </a:ext>
            </a:extLst>
          </p:cNvPr>
          <p:cNvGrpSpPr/>
          <p:nvPr userDrawn="1"/>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C00D7A0C-A4FC-D6C3-FB54-CEA8FB8E5330}"/>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4A9338F-57CD-1C5E-080E-1648C5C9F927}"/>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9DEB5BD-7064-53F1-55A5-85BC50666D0B}"/>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943BB38-B6FB-D943-9359-FE7ED3ABB291}"/>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0756275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130040" y="2103120"/>
            <a:ext cx="3931920" cy="2011680"/>
          </a:xfrm>
        </p:spPr>
        <p:txBody>
          <a:bodyPr anchor="b" anchorCtr="0">
            <a:noAutofit/>
          </a:bodyPr>
          <a:lstStyle>
            <a:lvl1pPr algn="ctr">
              <a:lnSpc>
                <a:spcPct val="100000"/>
              </a:lnSpc>
              <a:defRPr sz="4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724400" y="4177393"/>
            <a:ext cx="2743200" cy="1097280"/>
          </a:xfrm>
        </p:spPr>
        <p:txBody>
          <a:bodyPr anchor="t" anchorCtr="0">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grpSp>
        <p:nvGrpSpPr>
          <p:cNvPr id="9" name="Group 8">
            <a:extLst>
              <a:ext uri="{FF2B5EF4-FFF2-40B4-BE49-F238E27FC236}">
                <a16:creationId xmlns:a16="http://schemas.microsoft.com/office/drawing/2014/main" id="{8539BFE6-4C9C-5B1E-ED2D-D672723D9480}"/>
              </a:ext>
            </a:extLst>
          </p:cNvPr>
          <p:cNvGrpSpPr/>
          <p:nvPr userDrawn="1"/>
        </p:nvGrpSpPr>
        <p:grpSpPr>
          <a:xfrm>
            <a:off x="795290" y="400467"/>
            <a:ext cx="10603299" cy="6052793"/>
            <a:chOff x="795290" y="400467"/>
            <a:chExt cx="10603299" cy="6052793"/>
          </a:xfrm>
        </p:grpSpPr>
        <p:cxnSp>
          <p:nvCxnSpPr>
            <p:cNvPr id="10" name="Straight Connector 9">
              <a:extLst>
                <a:ext uri="{FF2B5EF4-FFF2-40B4-BE49-F238E27FC236}">
                  <a16:creationId xmlns:a16="http://schemas.microsoft.com/office/drawing/2014/main" id="{8E4F5756-0D00-A0C9-4813-70C9B7C191EE}"/>
                </a:ext>
              </a:extLst>
            </p:cNvPr>
            <p:cNvCxnSpPr>
              <a:cxnSpLocks/>
            </p:cNvCxnSpPr>
            <p:nvPr/>
          </p:nvCxnSpPr>
          <p:spPr>
            <a:xfrm>
              <a:off x="797169" y="96634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B2B78D9-04A0-2DE2-227F-950F1640461C}"/>
                </a:ext>
              </a:extLst>
            </p:cNvPr>
            <p:cNvCxnSpPr>
              <a:cxnSpLocks/>
            </p:cNvCxnSpPr>
            <p:nvPr/>
          </p:nvCxnSpPr>
          <p:spPr>
            <a:xfrm>
              <a:off x="795290" y="589397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F1CFAC1-EF4C-3A94-56C0-11F4FA3BBF8D}"/>
                </a:ext>
              </a:extLst>
            </p:cNvPr>
            <p:cNvCxnSpPr>
              <a:cxnSpLocks/>
            </p:cNvCxnSpPr>
            <p:nvPr/>
          </p:nvCxnSpPr>
          <p:spPr>
            <a:xfrm>
              <a:off x="6096000" y="400467"/>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8629CBD-3927-3D28-1F30-9F6EA7453827}"/>
                </a:ext>
              </a:extLst>
            </p:cNvPr>
            <p:cNvCxnSpPr>
              <a:cxnSpLocks/>
            </p:cNvCxnSpPr>
            <p:nvPr/>
          </p:nvCxnSpPr>
          <p:spPr>
            <a:xfrm>
              <a:off x="6096000" y="5887384"/>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Oval 10">
            <a:extLst>
              <a:ext uri="{FF2B5EF4-FFF2-40B4-BE49-F238E27FC236}">
                <a16:creationId xmlns:a16="http://schemas.microsoft.com/office/drawing/2014/main" id="{588387A3-E4C6-1FA3-B53D-8321DABF7F57}"/>
              </a:ext>
            </a:extLst>
          </p:cNvPr>
          <p:cNvSpPr/>
          <p:nvPr userDrawn="1"/>
        </p:nvSpPr>
        <p:spPr>
          <a:xfrm>
            <a:off x="3635480" y="966343"/>
            <a:ext cx="4921041" cy="4921041"/>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CD347A20-E5CE-D48A-532A-43A9AE6D845E}"/>
              </a:ext>
            </a:extLst>
          </p:cNvPr>
          <p:cNvGrpSpPr/>
          <p:nvPr userDrawn="1"/>
        </p:nvGrpSpPr>
        <p:grpSpPr>
          <a:xfrm>
            <a:off x="803185" y="0"/>
            <a:ext cx="10585629" cy="6858000"/>
            <a:chOff x="803185" y="0"/>
            <a:chExt cx="10585629" cy="6858000"/>
          </a:xfrm>
        </p:grpSpPr>
        <p:cxnSp>
          <p:nvCxnSpPr>
            <p:cNvPr id="17" name="Straight Connector 16">
              <a:extLst>
                <a:ext uri="{FF2B5EF4-FFF2-40B4-BE49-F238E27FC236}">
                  <a16:creationId xmlns:a16="http://schemas.microsoft.com/office/drawing/2014/main" id="{010530ED-939C-9AE3-E2AA-C67A3BAE2302}"/>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1E0B585-5421-AB6C-F2B4-387F4FCC3B84}"/>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7F59087-71C3-F7D4-40F9-C5030341EBF9}"/>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11F614F-4E8C-C510-F9CA-18D5C8F80009}"/>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8724840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209800" y="1143000"/>
            <a:ext cx="7772400" cy="4572000"/>
          </a:xfrm>
        </p:spPr>
        <p:txBody>
          <a:bodyPr anchor="ctr" anchorCtr="0">
            <a:normAutofit/>
          </a:bodyPr>
          <a:lstStyle>
            <a:lvl1pPr algn="ctr">
              <a:defRPr sz="600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DEF69A2-4F59-479F-BEF2-69F2219A16C9}" type="datetime1">
              <a:rPr lang="en-US" smtClean="0"/>
              <a:t>3/30/2026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grpSp>
        <p:nvGrpSpPr>
          <p:cNvPr id="3" name="Group 2">
            <a:extLst>
              <a:ext uri="{FF2B5EF4-FFF2-40B4-BE49-F238E27FC236}">
                <a16:creationId xmlns:a16="http://schemas.microsoft.com/office/drawing/2014/main" id="{48F319F3-7ADB-A297-31E7-B4ECAED75F6F}"/>
              </a:ext>
            </a:extLst>
          </p:cNvPr>
          <p:cNvGrpSpPr/>
          <p:nvPr/>
        </p:nvGrpSpPr>
        <p:grpSpPr>
          <a:xfrm>
            <a:off x="803185" y="0"/>
            <a:ext cx="10585629" cy="6858000"/>
            <a:chOff x="803185" y="0"/>
            <a:chExt cx="10585629" cy="6858000"/>
          </a:xfrm>
        </p:grpSpPr>
        <p:cxnSp>
          <p:nvCxnSpPr>
            <p:cNvPr id="7" name="Straight Connector 6">
              <a:extLst>
                <a:ext uri="{FF2B5EF4-FFF2-40B4-BE49-F238E27FC236}">
                  <a16:creationId xmlns:a16="http://schemas.microsoft.com/office/drawing/2014/main" id="{9342D09D-B576-2CDA-0E02-F693119B459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FE4725A-AB5F-A233-599A-4D9D5792EF7D}"/>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E93BF32-D165-B68D-46A9-E4857CC06E93}"/>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DFA350C-9C20-0040-6C52-924473C264D0}"/>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2307315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ection Header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947160" y="1463040"/>
            <a:ext cx="4297680" cy="3931920"/>
          </a:xfrm>
        </p:spPr>
        <p:txBody>
          <a:bodyPr anchor="ctr" anchorCtr="0">
            <a:normAutofit/>
          </a:bodyPr>
          <a:lstStyle>
            <a:lvl1pPr algn="ctr">
              <a:defRPr sz="5000"/>
            </a:lvl1pPr>
          </a:lstStyle>
          <a:p>
            <a:r>
              <a:rPr lang="en-US"/>
              <a:t>Click to edit Master title style</a:t>
            </a:r>
          </a:p>
        </p:txBody>
      </p:sp>
      <p:sp>
        <p:nvSpPr>
          <p:cNvPr id="13" name="Footer Placeholder 12">
            <a:extLst>
              <a:ext uri="{FF2B5EF4-FFF2-40B4-BE49-F238E27FC236}">
                <a16:creationId xmlns:a16="http://schemas.microsoft.com/office/drawing/2014/main" id="{95EBEF67-1D90-5D54-354B-6412957B3BD7}"/>
              </a:ext>
            </a:extLst>
          </p:cNvPr>
          <p:cNvSpPr>
            <a:spLocks noGrp="1"/>
          </p:cNvSpPr>
          <p:nvPr>
            <p:ph type="ftr" sz="quarter" idx="11"/>
          </p:nvPr>
        </p:nvSpPr>
        <p:spPr/>
        <p:txBody>
          <a:bodyPr/>
          <a:lstStyle/>
          <a:p>
            <a:r>
              <a:rPr lang="en-US"/>
              <a:t>SAMPLE FOOTER TEXT</a:t>
            </a:r>
          </a:p>
        </p:txBody>
      </p:sp>
      <p:sp>
        <p:nvSpPr>
          <p:cNvPr id="12" name="Date Placeholder 11">
            <a:extLst>
              <a:ext uri="{FF2B5EF4-FFF2-40B4-BE49-F238E27FC236}">
                <a16:creationId xmlns:a16="http://schemas.microsoft.com/office/drawing/2014/main" id="{287A7C1D-E0BF-03ED-4BF5-BD5B7A5E2C20}"/>
              </a:ext>
            </a:extLst>
          </p:cNvPr>
          <p:cNvSpPr>
            <a:spLocks noGrp="1"/>
          </p:cNvSpPr>
          <p:nvPr>
            <p:ph type="dt" sz="half" idx="10"/>
          </p:nvPr>
        </p:nvSpPr>
        <p:spPr/>
        <p:txBody>
          <a:bodyPr/>
          <a:lstStyle/>
          <a:p>
            <a:fld id="{B06AB12F-C5D8-43C4-BBB0-DAFB57DF07E7}" type="datetime1">
              <a:rPr lang="en-US" smtClean="0"/>
              <a:t>3/30/2026</a:t>
            </a:fld>
            <a:endParaRPr lang="en-US"/>
          </a:p>
        </p:txBody>
      </p:sp>
      <p:sp>
        <p:nvSpPr>
          <p:cNvPr id="14" name="Slide Number Placeholder 13">
            <a:extLst>
              <a:ext uri="{FF2B5EF4-FFF2-40B4-BE49-F238E27FC236}">
                <a16:creationId xmlns:a16="http://schemas.microsoft.com/office/drawing/2014/main" id="{F13DCCFC-6C6C-BEE4-3288-E22430B7B05B}"/>
              </a:ext>
            </a:extLst>
          </p:cNvPr>
          <p:cNvSpPr>
            <a:spLocks noGrp="1"/>
          </p:cNvSpPr>
          <p:nvPr>
            <p:ph type="sldNum" sz="quarter" idx="12"/>
          </p:nvPr>
        </p:nvSpPr>
        <p:spPr/>
        <p:txBody>
          <a:bodyPr/>
          <a:lstStyle/>
          <a:p>
            <a:fld id="{CC057153-B650-4DEB-B370-79DDCFDCE934}" type="slidenum">
              <a:rPr lang="en-US" smtClean="0"/>
              <a:pPr/>
              <a:t>‹#›</a:t>
            </a:fld>
            <a:endParaRPr lang="en-US"/>
          </a:p>
        </p:txBody>
      </p:sp>
      <p:grpSp>
        <p:nvGrpSpPr>
          <p:cNvPr id="15" name="Group 14">
            <a:extLst>
              <a:ext uri="{FF2B5EF4-FFF2-40B4-BE49-F238E27FC236}">
                <a16:creationId xmlns:a16="http://schemas.microsoft.com/office/drawing/2014/main" id="{2364D07C-30EB-180E-ECA5-7D994FB6B458}"/>
              </a:ext>
            </a:extLst>
          </p:cNvPr>
          <p:cNvGrpSpPr/>
          <p:nvPr/>
        </p:nvGrpSpPr>
        <p:grpSpPr>
          <a:xfrm>
            <a:off x="801384" y="402336"/>
            <a:ext cx="10591869" cy="6053328"/>
            <a:chOff x="801384" y="402336"/>
            <a:chExt cx="10591869" cy="6053328"/>
          </a:xfrm>
        </p:grpSpPr>
        <p:sp>
          <p:nvSpPr>
            <p:cNvPr id="8" name="Oval 7">
              <a:extLst>
                <a:ext uri="{FF2B5EF4-FFF2-40B4-BE49-F238E27FC236}">
                  <a16:creationId xmlns:a16="http://schemas.microsoft.com/office/drawing/2014/main" id="{4A04066B-2A84-9323-C5DA-5B348302F471}"/>
                </a:ext>
              </a:extLst>
            </p:cNvPr>
            <p:cNvSpPr>
              <a:spLocks noChangeAspect="1"/>
            </p:cNvSpPr>
            <p:nvPr/>
          </p:nvSpPr>
          <p:spPr>
            <a:xfrm>
              <a:off x="3069336" y="402336"/>
              <a:ext cx="6053328" cy="6053328"/>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1ADA6AEC-ECB3-F1C7-E764-B8ADFE06411F}"/>
                </a:ext>
              </a:extLst>
            </p:cNvPr>
            <p:cNvCxnSpPr>
              <a:cxnSpLocks/>
            </p:cNvCxnSpPr>
            <p:nvPr/>
          </p:nvCxnSpPr>
          <p:spPr>
            <a:xfrm>
              <a:off x="801384" y="3421722"/>
              <a:ext cx="227058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80DB266-E37E-7698-DB7E-6D9E94BDFA72}"/>
                </a:ext>
              </a:extLst>
            </p:cNvPr>
            <p:cNvCxnSpPr>
              <a:cxnSpLocks/>
            </p:cNvCxnSpPr>
            <p:nvPr/>
          </p:nvCxnSpPr>
          <p:spPr>
            <a:xfrm>
              <a:off x="9122664" y="3421722"/>
              <a:ext cx="227058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219D4A54-15D9-3C99-7553-173F66B741B0}"/>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644712B6-CD65-6015-EC36-F8A05F355A6F}"/>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082FE47-168D-894B-9992-69DDA276429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7CB7F1E8-9C58-EB4B-7C58-F14781D8EA59}"/>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020AA4AF-279E-969C-C602-1D4B7466E4B9}"/>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1786294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ection Header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130040" y="1645920"/>
            <a:ext cx="3931920" cy="3566160"/>
          </a:xfrm>
        </p:spPr>
        <p:txBody>
          <a:bodyPr anchor="ctr" anchorCtr="0">
            <a:normAutofit/>
          </a:bodyPr>
          <a:lstStyle>
            <a:lvl1pPr algn="ctr">
              <a:defRPr sz="5000"/>
            </a:lvl1pPr>
          </a:lstStyle>
          <a:p>
            <a:r>
              <a:rPr lang="en-US"/>
              <a:t>Click to edit Master title style</a:t>
            </a:r>
          </a:p>
        </p:txBody>
      </p:sp>
      <p:sp>
        <p:nvSpPr>
          <p:cNvPr id="13" name="Footer Placeholder 12">
            <a:extLst>
              <a:ext uri="{FF2B5EF4-FFF2-40B4-BE49-F238E27FC236}">
                <a16:creationId xmlns:a16="http://schemas.microsoft.com/office/drawing/2014/main" id="{95EBEF67-1D90-5D54-354B-6412957B3BD7}"/>
              </a:ext>
            </a:extLst>
          </p:cNvPr>
          <p:cNvSpPr>
            <a:spLocks noGrp="1"/>
          </p:cNvSpPr>
          <p:nvPr>
            <p:ph type="ftr" sz="quarter" idx="11"/>
          </p:nvPr>
        </p:nvSpPr>
        <p:spPr/>
        <p:txBody>
          <a:bodyPr/>
          <a:lstStyle/>
          <a:p>
            <a:r>
              <a:rPr lang="en-US"/>
              <a:t>SAMPLE FOOTER TEXT</a:t>
            </a:r>
          </a:p>
        </p:txBody>
      </p:sp>
      <p:sp>
        <p:nvSpPr>
          <p:cNvPr id="12" name="Date Placeholder 11">
            <a:extLst>
              <a:ext uri="{FF2B5EF4-FFF2-40B4-BE49-F238E27FC236}">
                <a16:creationId xmlns:a16="http://schemas.microsoft.com/office/drawing/2014/main" id="{287A7C1D-E0BF-03ED-4BF5-BD5B7A5E2C20}"/>
              </a:ext>
            </a:extLst>
          </p:cNvPr>
          <p:cNvSpPr>
            <a:spLocks noGrp="1"/>
          </p:cNvSpPr>
          <p:nvPr>
            <p:ph type="dt" sz="half" idx="10"/>
          </p:nvPr>
        </p:nvSpPr>
        <p:spPr/>
        <p:txBody>
          <a:bodyPr/>
          <a:lstStyle/>
          <a:p>
            <a:fld id="{CFCAE280-1FAF-431A-AFCC-652D1D768935}" type="datetime1">
              <a:rPr lang="en-US" smtClean="0"/>
              <a:t>3/30/2026</a:t>
            </a:fld>
            <a:endParaRPr lang="en-US"/>
          </a:p>
        </p:txBody>
      </p:sp>
      <p:sp>
        <p:nvSpPr>
          <p:cNvPr id="14" name="Slide Number Placeholder 13">
            <a:extLst>
              <a:ext uri="{FF2B5EF4-FFF2-40B4-BE49-F238E27FC236}">
                <a16:creationId xmlns:a16="http://schemas.microsoft.com/office/drawing/2014/main" id="{F13DCCFC-6C6C-BEE4-3288-E22430B7B05B}"/>
              </a:ext>
            </a:extLst>
          </p:cNvPr>
          <p:cNvSpPr>
            <a:spLocks noGrp="1"/>
          </p:cNvSpPr>
          <p:nvPr>
            <p:ph type="sldNum" sz="quarter" idx="12"/>
          </p:nvPr>
        </p:nvSpPr>
        <p:spPr/>
        <p:txBody>
          <a:bodyPr/>
          <a:lstStyle/>
          <a:p>
            <a:fld id="{CC057153-B650-4DEB-B370-79DDCFDCE934}" type="slidenum">
              <a:rPr lang="en-US" smtClean="0"/>
              <a:pPr/>
              <a:t>‹#›</a:t>
            </a:fld>
            <a:endParaRPr lang="en-US"/>
          </a:p>
        </p:txBody>
      </p:sp>
      <p:grpSp>
        <p:nvGrpSpPr>
          <p:cNvPr id="9" name="Group 8">
            <a:extLst>
              <a:ext uri="{FF2B5EF4-FFF2-40B4-BE49-F238E27FC236}">
                <a16:creationId xmlns:a16="http://schemas.microsoft.com/office/drawing/2014/main" id="{9B2419B5-61E2-FD73-4DC0-6BD4FEA22BC7}"/>
              </a:ext>
            </a:extLst>
          </p:cNvPr>
          <p:cNvGrpSpPr/>
          <p:nvPr/>
        </p:nvGrpSpPr>
        <p:grpSpPr>
          <a:xfrm>
            <a:off x="3357372" y="400050"/>
            <a:ext cx="5477256" cy="6053507"/>
            <a:chOff x="3357372" y="400050"/>
            <a:chExt cx="5477256" cy="6053507"/>
          </a:xfrm>
        </p:grpSpPr>
        <p:sp>
          <p:nvSpPr>
            <p:cNvPr id="8" name="Oval 7">
              <a:extLst>
                <a:ext uri="{FF2B5EF4-FFF2-40B4-BE49-F238E27FC236}">
                  <a16:creationId xmlns:a16="http://schemas.microsoft.com/office/drawing/2014/main" id="{4A04066B-2A84-9323-C5DA-5B348302F471}"/>
                </a:ext>
              </a:extLst>
            </p:cNvPr>
            <p:cNvSpPr>
              <a:spLocks noChangeAspect="1"/>
            </p:cNvSpPr>
            <p:nvPr/>
          </p:nvSpPr>
          <p:spPr>
            <a:xfrm>
              <a:off x="3357372" y="690372"/>
              <a:ext cx="5477256" cy="5477256"/>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E90D9250-FE41-6A62-63E0-45557F7A8217}"/>
                </a:ext>
              </a:extLst>
            </p:cNvPr>
            <p:cNvCxnSpPr>
              <a:cxnSpLocks/>
            </p:cNvCxnSpPr>
            <p:nvPr/>
          </p:nvCxnSpPr>
          <p:spPr>
            <a:xfrm>
              <a:off x="6096000" y="400050"/>
              <a:ext cx="0" cy="29032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FB5D07D-F48B-B558-CC22-73A8D1D25CEC}"/>
                </a:ext>
              </a:extLst>
            </p:cNvPr>
            <p:cNvCxnSpPr>
              <a:cxnSpLocks/>
            </p:cNvCxnSpPr>
            <p:nvPr/>
          </p:nvCxnSpPr>
          <p:spPr>
            <a:xfrm>
              <a:off x="6096000" y="6163235"/>
              <a:ext cx="0" cy="29032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1A553EE4-7656-051D-B9EA-5CE4DF67F1BC}"/>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EB995F0C-E3CB-71F5-AA4A-3E0C2250F6DF}"/>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24E96190-C8C5-5A5E-583F-A1FA14CA5309}"/>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333EFCA-48D0-CA03-8F58-5201249ED945}"/>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38BC0BD-74F3-CF74-E3F6-B1AB06325360}"/>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6111872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ection Header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947160" y="1463040"/>
            <a:ext cx="4297680" cy="3931920"/>
          </a:xfrm>
        </p:spPr>
        <p:txBody>
          <a:bodyPr anchor="ctr" anchorCtr="0">
            <a:normAutofit/>
          </a:bodyPr>
          <a:lstStyle>
            <a:lvl1pPr algn="ctr">
              <a:defRPr sz="5000"/>
            </a:lvl1pPr>
          </a:lstStyle>
          <a:p>
            <a:r>
              <a:rPr lang="en-US"/>
              <a:t>Click to edit Master title style</a:t>
            </a:r>
          </a:p>
        </p:txBody>
      </p:sp>
      <p:sp>
        <p:nvSpPr>
          <p:cNvPr id="13" name="Footer Placeholder 12">
            <a:extLst>
              <a:ext uri="{FF2B5EF4-FFF2-40B4-BE49-F238E27FC236}">
                <a16:creationId xmlns:a16="http://schemas.microsoft.com/office/drawing/2014/main" id="{95EBEF67-1D90-5D54-354B-6412957B3BD7}"/>
              </a:ext>
            </a:extLst>
          </p:cNvPr>
          <p:cNvSpPr>
            <a:spLocks noGrp="1"/>
          </p:cNvSpPr>
          <p:nvPr>
            <p:ph type="ftr" sz="quarter" idx="11"/>
          </p:nvPr>
        </p:nvSpPr>
        <p:spPr/>
        <p:txBody>
          <a:bodyPr/>
          <a:lstStyle/>
          <a:p>
            <a:r>
              <a:rPr lang="en-US"/>
              <a:t>SAMPLE FOOTER TEXT</a:t>
            </a:r>
          </a:p>
        </p:txBody>
      </p:sp>
      <p:sp>
        <p:nvSpPr>
          <p:cNvPr id="12" name="Date Placeholder 11">
            <a:extLst>
              <a:ext uri="{FF2B5EF4-FFF2-40B4-BE49-F238E27FC236}">
                <a16:creationId xmlns:a16="http://schemas.microsoft.com/office/drawing/2014/main" id="{287A7C1D-E0BF-03ED-4BF5-BD5B7A5E2C20}"/>
              </a:ext>
            </a:extLst>
          </p:cNvPr>
          <p:cNvSpPr>
            <a:spLocks noGrp="1"/>
          </p:cNvSpPr>
          <p:nvPr>
            <p:ph type="dt" sz="half" idx="10"/>
          </p:nvPr>
        </p:nvSpPr>
        <p:spPr/>
        <p:txBody>
          <a:bodyPr/>
          <a:lstStyle/>
          <a:p>
            <a:fld id="{332B1AC0-F140-4CFD-8DB3-1250D01F4A17}" type="datetime1">
              <a:rPr lang="en-US" smtClean="0"/>
              <a:t>3/30/2026</a:t>
            </a:fld>
            <a:endParaRPr lang="en-US"/>
          </a:p>
        </p:txBody>
      </p:sp>
      <p:sp>
        <p:nvSpPr>
          <p:cNvPr id="14" name="Slide Number Placeholder 13">
            <a:extLst>
              <a:ext uri="{FF2B5EF4-FFF2-40B4-BE49-F238E27FC236}">
                <a16:creationId xmlns:a16="http://schemas.microsoft.com/office/drawing/2014/main" id="{F13DCCFC-6C6C-BEE4-3288-E22430B7B05B}"/>
              </a:ext>
            </a:extLst>
          </p:cNvPr>
          <p:cNvSpPr>
            <a:spLocks noGrp="1"/>
          </p:cNvSpPr>
          <p:nvPr>
            <p:ph type="sldNum" sz="quarter" idx="12"/>
          </p:nvPr>
        </p:nvSpPr>
        <p:spPr/>
        <p:txBody>
          <a:bodyPr/>
          <a:lstStyle/>
          <a:p>
            <a:fld id="{CC057153-B650-4DEB-B370-79DDCFDCE934}" type="slidenum">
              <a:rPr lang="en-US" smtClean="0"/>
              <a:pPr/>
              <a:t>‹#›</a:t>
            </a:fld>
            <a:endParaRPr lang="en-US"/>
          </a:p>
        </p:txBody>
      </p:sp>
      <p:sp>
        <p:nvSpPr>
          <p:cNvPr id="8" name="Oval 7">
            <a:extLst>
              <a:ext uri="{FF2B5EF4-FFF2-40B4-BE49-F238E27FC236}">
                <a16:creationId xmlns:a16="http://schemas.microsoft.com/office/drawing/2014/main" id="{4A04066B-2A84-9323-C5DA-5B348302F471}"/>
              </a:ext>
            </a:extLst>
          </p:cNvPr>
          <p:cNvSpPr>
            <a:spLocks noChangeAspect="1"/>
          </p:cNvSpPr>
          <p:nvPr/>
        </p:nvSpPr>
        <p:spPr>
          <a:xfrm>
            <a:off x="3069336" y="402336"/>
            <a:ext cx="6053328" cy="6053328"/>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Connector 2">
            <a:extLst>
              <a:ext uri="{FF2B5EF4-FFF2-40B4-BE49-F238E27FC236}">
                <a16:creationId xmlns:a16="http://schemas.microsoft.com/office/drawing/2014/main" id="{5B1BE2BD-7F8B-7C22-CFB1-672436A435C5}"/>
              </a:ext>
            </a:extLst>
          </p:cNvPr>
          <p:cNvCxnSpPr>
            <a:cxnSpLocks/>
            <a:endCxn id="8" idx="0"/>
          </p:cNvCxnSpPr>
          <p:nvPr/>
        </p:nvCxnSpPr>
        <p:spPr>
          <a:xfrm>
            <a:off x="6096000" y="0"/>
            <a:ext cx="0" cy="4023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93605ED7-A153-EC6F-5FAD-36B4B4358E06}"/>
              </a:ext>
            </a:extLst>
          </p:cNvPr>
          <p:cNvCxnSpPr>
            <a:cxnSpLocks/>
            <a:stCxn id="8" idx="4"/>
          </p:cNvCxnSpPr>
          <p:nvPr/>
        </p:nvCxnSpPr>
        <p:spPr>
          <a:xfrm>
            <a:off x="6096000" y="6455664"/>
            <a:ext cx="0" cy="4023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3C8215DB-D097-7C38-9C71-D1CFEFEF6A85}"/>
              </a:ext>
            </a:extLst>
          </p:cNvPr>
          <p:cNvGrpSpPr/>
          <p:nvPr/>
        </p:nvGrpSpPr>
        <p:grpSpPr>
          <a:xfrm>
            <a:off x="803185" y="0"/>
            <a:ext cx="10585629" cy="6858000"/>
            <a:chOff x="803185" y="0"/>
            <a:chExt cx="10585629" cy="6858000"/>
          </a:xfrm>
        </p:grpSpPr>
        <p:cxnSp>
          <p:nvCxnSpPr>
            <p:cNvPr id="6" name="Straight Connector 5">
              <a:extLst>
                <a:ext uri="{FF2B5EF4-FFF2-40B4-BE49-F238E27FC236}">
                  <a16:creationId xmlns:a16="http://schemas.microsoft.com/office/drawing/2014/main" id="{E0A25622-E70C-87A2-8948-57015501A771}"/>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BC90E86-9351-B357-1E5C-6FFBE66DCF88}"/>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002D9F6-1ABE-59A5-65EE-083DC0F5BBAD}"/>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95F9938-96CE-D789-BC11-3480B8489FD3}"/>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8843099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255032" y="862335"/>
            <a:ext cx="4389120" cy="5120640"/>
          </a:xfrm>
        </p:spPr>
        <p:txBody>
          <a:bodyPr anchor="ctr" anchorCtr="0">
            <a:normAutofit/>
          </a:bodyPr>
          <a:lstStyle>
            <a:lvl1pPr algn="ctr">
              <a:defRPr sz="400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547100" y="816615"/>
            <a:ext cx="4389120" cy="5212080"/>
          </a:xfrm>
        </p:spPr>
        <p:txBody>
          <a:bodyPr anchor="ctr" anchorCtr="0">
            <a:normAutofit/>
          </a:bodyPr>
          <a:lstStyle>
            <a:lvl1pPr marL="285750" indent="-285750">
              <a:buFont typeface="Arial" panose="020B0604020202020204" pitchFamily="34" charset="0"/>
              <a:buChar char="•"/>
              <a:defRPr sz="1800">
                <a:solidFill>
                  <a:schemeClr val="tx1"/>
                </a:solidFill>
              </a:defRPr>
            </a:lvl1pPr>
            <a:lvl2pPr marL="514350" indent="-285750">
              <a:buFont typeface="Arial" panose="020B0604020202020204" pitchFamily="34" charset="0"/>
              <a:buChar char="•"/>
              <a:defRPr sz="16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1"/>
                </a:solidFill>
              </a:defRPr>
            </a:lvl1pPr>
          </a:lstStyle>
          <a:p>
            <a:fld id="{BD9D700C-85B2-47B3-997E-E13950E22DFB}" type="datetime1">
              <a:rPr lang="en-US" smtClean="0"/>
              <a:t>3/30/2026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grpSp>
        <p:nvGrpSpPr>
          <p:cNvPr id="6" name="Group 5">
            <a:extLst>
              <a:ext uri="{FF2B5EF4-FFF2-40B4-BE49-F238E27FC236}">
                <a16:creationId xmlns:a16="http://schemas.microsoft.com/office/drawing/2014/main" id="{5097BF5B-32BC-BBD0-CF2F-278F9759F7B8}"/>
              </a:ext>
            </a:extLst>
          </p:cNvPr>
          <p:cNvGrpSpPr/>
          <p:nvPr/>
        </p:nvGrpSpPr>
        <p:grpSpPr>
          <a:xfrm>
            <a:off x="803185" y="0"/>
            <a:ext cx="10585629" cy="6858000"/>
            <a:chOff x="803185" y="0"/>
            <a:chExt cx="10585629" cy="6858000"/>
          </a:xfrm>
        </p:grpSpPr>
        <p:cxnSp>
          <p:nvCxnSpPr>
            <p:cNvPr id="8" name="Straight Connector 7">
              <a:extLst>
                <a:ext uri="{FF2B5EF4-FFF2-40B4-BE49-F238E27FC236}">
                  <a16:creationId xmlns:a16="http://schemas.microsoft.com/office/drawing/2014/main" id="{1B8C6683-0AEB-503B-BAF1-51DAAF22F621}"/>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B2043B3-B90B-491D-9203-45C5F867EC8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AE574BD-DC36-6D57-B675-4DC205A2F99C}"/>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D0042C9-94A3-B61B-E948-DEAD329E8578}"/>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4" name="Straight Connector 13">
            <a:extLst>
              <a:ext uri="{FF2B5EF4-FFF2-40B4-BE49-F238E27FC236}">
                <a16:creationId xmlns:a16="http://schemas.microsoft.com/office/drawing/2014/main" id="{2D93BD77-3686-B555-2FC0-ACF67E598393}"/>
              </a:ext>
            </a:extLst>
          </p:cNvPr>
          <p:cNvCxnSpPr>
            <a:cxnSpLocks/>
          </p:cNvCxnSpPr>
          <p:nvPr/>
        </p:nvCxnSpPr>
        <p:spPr>
          <a:xfrm>
            <a:off x="6096000"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0121068"/>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genda with Pictur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600623" y="822960"/>
            <a:ext cx="4342337" cy="2103120"/>
          </a:xfrm>
        </p:spPr>
        <p:txBody>
          <a:bodyPr anchor="t" anchorCtr="0">
            <a:normAutofit/>
          </a:bodyPr>
          <a:lstStyle>
            <a:lvl1pPr>
              <a:defRPr sz="4000">
                <a:solidFill>
                  <a:schemeClr val="tx1"/>
                </a:solidFill>
              </a:defRPr>
            </a:lvl1pPr>
          </a:lstStyle>
          <a:p>
            <a:r>
              <a:rPr lang="en-US"/>
              <a:t>Click to edit Master title style</a:t>
            </a:r>
          </a:p>
        </p:txBody>
      </p:sp>
      <p:sp>
        <p:nvSpPr>
          <p:cNvPr id="10" name="Footer Placeholder 9">
            <a:extLst>
              <a:ext uri="{FF2B5EF4-FFF2-40B4-BE49-F238E27FC236}">
                <a16:creationId xmlns:a16="http://schemas.microsoft.com/office/drawing/2014/main" id="{89E984F9-2199-EBFA-F2CC-8763C190A200}"/>
              </a:ext>
            </a:extLst>
          </p:cNvPr>
          <p:cNvSpPr>
            <a:spLocks noGrp="1"/>
          </p:cNvSpPr>
          <p:nvPr>
            <p:ph type="ftr" sz="quarter" idx="16"/>
          </p:nvPr>
        </p:nvSpPr>
        <p:spPr/>
        <p:txBody>
          <a:bodyPr/>
          <a:lstStyle>
            <a:lvl1pPr>
              <a:defRPr>
                <a:solidFill>
                  <a:schemeClr val="tx1"/>
                </a:solidFill>
              </a:defRPr>
            </a:lvl1pPr>
          </a:lstStyle>
          <a:p>
            <a:r>
              <a:rPr lang="en-US"/>
              <a:t>SAMPLE FOOTER TEXT</a:t>
            </a:r>
          </a:p>
        </p:txBody>
      </p:sp>
      <p:sp>
        <p:nvSpPr>
          <p:cNvPr id="6" name="Picture Placeholder 10">
            <a:extLst>
              <a:ext uri="{FF2B5EF4-FFF2-40B4-BE49-F238E27FC236}">
                <a16:creationId xmlns:a16="http://schemas.microsoft.com/office/drawing/2014/main" id="{3699909B-C939-96B1-BC6D-ADAB553102ED}"/>
              </a:ext>
            </a:extLst>
          </p:cNvPr>
          <p:cNvSpPr>
            <a:spLocks noGrp="1"/>
          </p:cNvSpPr>
          <p:nvPr>
            <p:ph type="pic" sz="quarter" idx="14" hasCustomPrompt="1"/>
          </p:nvPr>
        </p:nvSpPr>
        <p:spPr>
          <a:xfrm>
            <a:off x="804672" y="402336"/>
            <a:ext cx="5289176"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r="1" b="2"/>
            </a:stretch>
          </a:blipFill>
        </p:spPr>
        <p:txBody>
          <a:bodyPr/>
          <a:lstStyle>
            <a:lvl1pPr marL="0" indent="0">
              <a:buNone/>
              <a:defRPr/>
            </a:lvl1pPr>
          </a:lstStyle>
          <a:p>
            <a:r>
              <a:rPr lang="en-US"/>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600623" y="3834765"/>
            <a:ext cx="4343400" cy="2103120"/>
          </a:xfrm>
        </p:spPr>
        <p:txBody>
          <a:bodyPr>
            <a:normAutofit/>
          </a:bodyPr>
          <a:lstStyle>
            <a:lvl1pPr marL="285750" indent="-285750">
              <a:lnSpc>
                <a:spcPct val="150000"/>
              </a:lnSpc>
              <a:buFont typeface="Arial" panose="020B0604020202020204" pitchFamily="34" charset="0"/>
              <a:buChar char="•"/>
              <a:defRPr sz="1800">
                <a:solidFill>
                  <a:schemeClr val="tx1"/>
                </a:solidFill>
              </a:defRPr>
            </a:lvl1pPr>
            <a:lvl2pPr marL="514350" indent="-285750">
              <a:lnSpc>
                <a:spcPct val="150000"/>
              </a:lnSpc>
              <a:buFont typeface="Arial" panose="020B0604020202020204" pitchFamily="34" charset="0"/>
              <a:buChar char="•"/>
              <a:defRPr sz="1600">
                <a:solidFill>
                  <a:schemeClr val="tx1"/>
                </a:solidFill>
              </a:defRPr>
            </a:lvl2pPr>
            <a:lvl3pPr marL="742950" indent="-285750">
              <a:lnSpc>
                <a:spcPct val="150000"/>
              </a:lnSpc>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Date Placeholder 8">
            <a:extLst>
              <a:ext uri="{FF2B5EF4-FFF2-40B4-BE49-F238E27FC236}">
                <a16:creationId xmlns:a16="http://schemas.microsoft.com/office/drawing/2014/main" id="{7D52F3B9-F3FC-C6BA-2D5C-232401B1DDB5}"/>
              </a:ext>
            </a:extLst>
          </p:cNvPr>
          <p:cNvSpPr>
            <a:spLocks noGrp="1"/>
          </p:cNvSpPr>
          <p:nvPr>
            <p:ph type="dt" sz="half" idx="15"/>
          </p:nvPr>
        </p:nvSpPr>
        <p:spPr/>
        <p:txBody>
          <a:bodyPr/>
          <a:lstStyle>
            <a:lvl1pPr>
              <a:defRPr>
                <a:solidFill>
                  <a:schemeClr val="tx1"/>
                </a:solidFill>
              </a:defRPr>
            </a:lvl1pPr>
          </a:lstStyle>
          <a:p>
            <a:fld id="{4480006D-ECDF-498D-B49A-7AD8A8EE5B1D}" type="datetime1">
              <a:rPr lang="en-US" smtClean="0"/>
              <a:t>3/30/2026</a:t>
            </a:fld>
            <a:endParaRPr lang="en-US"/>
          </a:p>
        </p:txBody>
      </p:sp>
      <p:sp>
        <p:nvSpPr>
          <p:cNvPr id="11" name="Slide Number Placeholder 10">
            <a:extLst>
              <a:ext uri="{FF2B5EF4-FFF2-40B4-BE49-F238E27FC236}">
                <a16:creationId xmlns:a16="http://schemas.microsoft.com/office/drawing/2014/main" id="{FAA914D9-9468-7038-39C3-3B639A66D86E}"/>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a:p>
        </p:txBody>
      </p:sp>
      <p:grpSp>
        <p:nvGrpSpPr>
          <p:cNvPr id="14" name="Group 13">
            <a:extLst>
              <a:ext uri="{FF2B5EF4-FFF2-40B4-BE49-F238E27FC236}">
                <a16:creationId xmlns:a16="http://schemas.microsoft.com/office/drawing/2014/main" id="{B20CE65A-BB1E-AC85-3441-39F20A18F2A5}"/>
              </a:ext>
            </a:extLst>
          </p:cNvPr>
          <p:cNvGrpSpPr/>
          <p:nvPr/>
        </p:nvGrpSpPr>
        <p:grpSpPr>
          <a:xfrm>
            <a:off x="6093848" y="402336"/>
            <a:ext cx="5297241" cy="6053328"/>
            <a:chOff x="6093848" y="402336"/>
            <a:chExt cx="5297241" cy="6053328"/>
          </a:xfrm>
        </p:grpSpPr>
        <p:cxnSp>
          <p:nvCxnSpPr>
            <p:cNvPr id="8" name="Straight Connector 7">
              <a:extLst>
                <a:ext uri="{FF2B5EF4-FFF2-40B4-BE49-F238E27FC236}">
                  <a16:creationId xmlns:a16="http://schemas.microsoft.com/office/drawing/2014/main" id="{0B186CB7-6AEB-B743-4514-FD48EC8624B1}"/>
                </a:ext>
              </a:extLst>
            </p:cNvPr>
            <p:cNvCxnSpPr>
              <a:cxnSpLocks/>
            </p:cNvCxnSpPr>
            <p:nvPr/>
          </p:nvCxnSpPr>
          <p:spPr>
            <a:xfrm flipH="1">
              <a:off x="6093848" y="3425476"/>
              <a:ext cx="529724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6BA0EC0-9334-E3BD-A943-2A6CE641D18A}"/>
                </a:ext>
              </a:extLst>
            </p:cNvPr>
            <p:cNvCxnSpPr/>
            <p:nvPr/>
          </p:nvCxnSpPr>
          <p:spPr>
            <a:xfrm>
              <a:off x="6099748"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3E199F47-2C0A-4C3F-B557-642A89A02175}"/>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487DDCC1-3A31-C96B-B944-3D034E35CE59}"/>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F521C807-39D4-D4AA-9527-8658CEF781DA}"/>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2E28386-8201-E969-93C4-035054A6593B}"/>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15476B2-B1B9-0305-3417-F5958B27BB8F}"/>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25488472"/>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2">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00752" y="816615"/>
            <a:ext cx="4297680" cy="5212080"/>
          </a:xfrm>
        </p:spPr>
        <p:txBody>
          <a:bodyPr anchor="ctr" anchorCtr="0">
            <a:normAutofit/>
          </a:bodyPr>
          <a:lstStyle>
            <a:lvl1pPr algn="ctr">
              <a:defRPr sz="4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0" name="Content Placeholder 9">
            <a:extLst>
              <a:ext uri="{FF2B5EF4-FFF2-40B4-BE49-F238E27FC236}">
                <a16:creationId xmlns:a16="http://schemas.microsoft.com/office/drawing/2014/main" id="{E79C5E13-DAC4-195E-1928-8B3D9E93B84D}"/>
              </a:ext>
            </a:extLst>
          </p:cNvPr>
          <p:cNvSpPr>
            <a:spLocks noGrp="1"/>
          </p:cNvSpPr>
          <p:nvPr>
            <p:ph sz="quarter" idx="14"/>
          </p:nvPr>
        </p:nvSpPr>
        <p:spPr>
          <a:xfrm>
            <a:off x="6604000" y="2184400"/>
            <a:ext cx="4298950" cy="2468563"/>
          </a:xfrm>
        </p:spPr>
        <p:txBody>
          <a:bodyPr anchor="ct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8460E92D-E4AA-41FD-9964-35C75C9EC117}" type="datetime1">
              <a:rPr lang="en-US" smtClean="0"/>
              <a:t>3/30/2026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grpSp>
        <p:nvGrpSpPr>
          <p:cNvPr id="13" name="Group 12">
            <a:extLst>
              <a:ext uri="{FF2B5EF4-FFF2-40B4-BE49-F238E27FC236}">
                <a16:creationId xmlns:a16="http://schemas.microsoft.com/office/drawing/2014/main" id="{5D4AF90E-26F2-BCC1-1730-ECA670AFE5A9}"/>
              </a:ext>
            </a:extLst>
          </p:cNvPr>
          <p:cNvGrpSpPr/>
          <p:nvPr/>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387397F7-ED9A-8F00-3F67-261E1D3015B7}"/>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DFA2613-2C66-F678-F8F9-98BC7AA76A7A}"/>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9C37B4F-9C8D-F842-D910-EFB122B37BA4}"/>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9ABB5DB-6C07-7796-F8FD-C5EF39B54DCA}"/>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 name="Straight Connector 2">
            <a:extLst>
              <a:ext uri="{FF2B5EF4-FFF2-40B4-BE49-F238E27FC236}">
                <a16:creationId xmlns:a16="http://schemas.microsoft.com/office/drawing/2014/main" id="{F1FF3CE0-FE95-A5D4-5EF7-60EA03431A10}"/>
              </a:ext>
            </a:extLst>
          </p:cNvPr>
          <p:cNvCxnSpPr>
            <a:cxnSpLocks/>
          </p:cNvCxnSpPr>
          <p:nvPr/>
        </p:nvCxnSpPr>
        <p:spPr>
          <a:xfrm>
            <a:off x="6096000"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7512991"/>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3">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00752" y="816615"/>
            <a:ext cx="4297680" cy="5212080"/>
          </a:xfrm>
        </p:spPr>
        <p:txBody>
          <a:bodyPr anchor="ctr" anchorCtr="0">
            <a:normAutofit/>
          </a:bodyPr>
          <a:lstStyle>
            <a:lvl1pPr algn="ctr">
              <a:defRPr sz="4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789369" y="1045029"/>
            <a:ext cx="3900879" cy="4663440"/>
          </a:xfrm>
        </p:spPr>
        <p:txBody>
          <a:bodyPr anchor="ctr" anchorCtr="0">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A06A85BB-A416-4D3A-9A4F-C028C19B4D1D}" type="datetime1">
              <a:rPr lang="en-US" smtClean="0"/>
              <a:t>3/30/2026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11" name="Straight Connector 10">
            <a:extLst>
              <a:ext uri="{FF2B5EF4-FFF2-40B4-BE49-F238E27FC236}">
                <a16:creationId xmlns:a16="http://schemas.microsoft.com/office/drawing/2014/main" id="{382062BE-564D-E723-4D32-E97A7D6D9BFF}"/>
              </a:ext>
            </a:extLst>
          </p:cNvPr>
          <p:cNvCxnSpPr>
            <a:cxnSpLocks/>
          </p:cNvCxnSpPr>
          <p:nvPr/>
        </p:nvCxnSpPr>
        <p:spPr>
          <a:xfrm>
            <a:off x="6096000"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8724391A-72C8-59EB-093A-7DB51C79B077}"/>
              </a:ext>
            </a:extLst>
          </p:cNvPr>
          <p:cNvGrpSpPr/>
          <p:nvPr/>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8EFAD0B9-5EED-C0C3-D1D9-648F10ED7BE6}"/>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BB9583C-8B41-3D50-9FDD-E26958D31AFD}"/>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FEAC0D2-6922-25FF-877D-8CDA3D65C5E1}"/>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28399D9-F337-D887-E4B6-C348B7A96292}"/>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5326322"/>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4">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55032" y="816615"/>
            <a:ext cx="4389120" cy="5212080"/>
          </a:xfrm>
        </p:spPr>
        <p:txBody>
          <a:bodyPr anchor="ctr" anchorCtr="0">
            <a:normAutofit/>
          </a:bodyPr>
          <a:lstStyle>
            <a:lvl1pPr algn="ctr">
              <a:defRPr sz="4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9" name="Content Placeholder 8">
            <a:extLst>
              <a:ext uri="{FF2B5EF4-FFF2-40B4-BE49-F238E27FC236}">
                <a16:creationId xmlns:a16="http://schemas.microsoft.com/office/drawing/2014/main" id="{14BC836E-EE23-E8E8-F704-10EB1EBA0744}"/>
              </a:ext>
            </a:extLst>
          </p:cNvPr>
          <p:cNvSpPr>
            <a:spLocks noGrp="1"/>
          </p:cNvSpPr>
          <p:nvPr>
            <p:ph sz="quarter" idx="14"/>
          </p:nvPr>
        </p:nvSpPr>
        <p:spPr>
          <a:xfrm>
            <a:off x="6545248" y="816615"/>
            <a:ext cx="4389104" cy="5224768"/>
          </a:xfrm>
        </p:spPr>
        <p:txBody>
          <a:bodyPr anchor="ct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084575EC-B9BE-45B3-8586-C8BE8EAAAFBE}" type="datetime1">
              <a:rPr lang="en-US" smtClean="0"/>
              <a:t>3/30/2026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12" name="Straight Connector 11">
            <a:extLst>
              <a:ext uri="{FF2B5EF4-FFF2-40B4-BE49-F238E27FC236}">
                <a16:creationId xmlns:a16="http://schemas.microsoft.com/office/drawing/2014/main" id="{8535B3E4-3247-E935-5816-43C07DF6498F}"/>
              </a:ext>
            </a:extLst>
          </p:cNvPr>
          <p:cNvCxnSpPr>
            <a:cxnSpLocks/>
          </p:cNvCxnSpPr>
          <p:nvPr/>
        </p:nvCxnSpPr>
        <p:spPr>
          <a:xfrm>
            <a:off x="6096000" y="402336"/>
            <a:ext cx="0" cy="605332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C80567FB-D8E5-4494-8865-28151857CC4C}"/>
              </a:ext>
            </a:extLst>
          </p:cNvPr>
          <p:cNvGrpSpPr/>
          <p:nvPr/>
        </p:nvGrpSpPr>
        <p:grpSpPr>
          <a:xfrm>
            <a:off x="803185" y="0"/>
            <a:ext cx="10585629" cy="6858000"/>
            <a:chOff x="803185" y="0"/>
            <a:chExt cx="10585629" cy="6858000"/>
          </a:xfrm>
        </p:grpSpPr>
        <p:cxnSp>
          <p:nvCxnSpPr>
            <p:cNvPr id="15" name="Straight Connector 14">
              <a:extLst>
                <a:ext uri="{FF2B5EF4-FFF2-40B4-BE49-F238E27FC236}">
                  <a16:creationId xmlns:a16="http://schemas.microsoft.com/office/drawing/2014/main" id="{312D679A-B370-3459-D826-984A8FAAB543}"/>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A0B87DB-56D9-FC57-14D7-948086B86C1B}"/>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510EE14-987F-5583-91B2-3C68EE913C11}"/>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1296E2B-A6A5-A82B-D158-69450A5EA394}"/>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87913509"/>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5">
    <p:bg>
      <p:bgPr>
        <a:solidFill>
          <a:schemeClr val="accent3"/>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1BE259E-88AB-BB2B-BAA5-9AF1880F5457}"/>
              </a:ext>
            </a:extLst>
          </p:cNvPr>
          <p:cNvSpPr>
            <a:spLocks noGrp="1"/>
          </p:cNvSpPr>
          <p:nvPr>
            <p:ph type="title"/>
          </p:nvPr>
        </p:nvSpPr>
        <p:spPr>
          <a:xfrm>
            <a:off x="1066800" y="640080"/>
            <a:ext cx="10058400" cy="731518"/>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066800" y="1463040"/>
            <a:ext cx="10058400" cy="438912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4406CAD2-7B03-4F77-BEED-A9CE4E90E52C}" type="datetime1">
              <a:rPr lang="en-US" smtClean="0"/>
              <a:t>3/30/2026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grpSp>
        <p:nvGrpSpPr>
          <p:cNvPr id="13" name="Group 12">
            <a:extLst>
              <a:ext uri="{FF2B5EF4-FFF2-40B4-BE49-F238E27FC236}">
                <a16:creationId xmlns:a16="http://schemas.microsoft.com/office/drawing/2014/main" id="{70FE2746-CBB4-791D-92ED-7D4BA96D0C98}"/>
              </a:ext>
            </a:extLst>
          </p:cNvPr>
          <p:cNvGrpSpPr/>
          <p:nvPr/>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B872F8CD-9781-5B69-6A2F-ACD2927779DB}"/>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209B7C8-C55B-17E4-6C60-9C15BB7A632E}"/>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F0942E2-D6E0-4A3B-CF5E-C7A8F0B917C5}"/>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A5B6906-9443-FEB0-23E3-78142F3660A8}"/>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23987214"/>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6">
    <p:bg>
      <p:bgPr>
        <a:solidFill>
          <a:schemeClr val="accent3"/>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33C509E-C7AC-2821-160D-02A10B5843BE}"/>
              </a:ext>
            </a:extLst>
          </p:cNvPr>
          <p:cNvSpPr>
            <a:spLocks noGrp="1"/>
          </p:cNvSpPr>
          <p:nvPr>
            <p:ph type="title"/>
          </p:nvPr>
        </p:nvSpPr>
        <p:spPr>
          <a:xfrm>
            <a:off x="1069849" y="640080"/>
            <a:ext cx="10058400" cy="731519"/>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1" name="Content Placeholder 10">
            <a:extLst>
              <a:ext uri="{FF2B5EF4-FFF2-40B4-BE49-F238E27FC236}">
                <a16:creationId xmlns:a16="http://schemas.microsoft.com/office/drawing/2014/main" id="{B53C0EFA-B5AE-CA80-DC77-DA3E8AC5A304}"/>
              </a:ext>
            </a:extLst>
          </p:cNvPr>
          <p:cNvSpPr>
            <a:spLocks noGrp="1"/>
          </p:cNvSpPr>
          <p:nvPr>
            <p:ph sz="quarter" idx="14"/>
          </p:nvPr>
        </p:nvSpPr>
        <p:spPr>
          <a:xfrm>
            <a:off x="1069975" y="1463675"/>
            <a:ext cx="10052050" cy="4754563"/>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1E993171-6682-4BC9-9945-966126AB4B59}" type="datetime1">
              <a:rPr lang="en-US" smtClean="0"/>
              <a:t>3/30/2026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grpSp>
        <p:nvGrpSpPr>
          <p:cNvPr id="12" name="Group 11">
            <a:extLst>
              <a:ext uri="{FF2B5EF4-FFF2-40B4-BE49-F238E27FC236}">
                <a16:creationId xmlns:a16="http://schemas.microsoft.com/office/drawing/2014/main" id="{2D0433CD-47AD-50BF-BD73-0A8881E7799F}"/>
              </a:ext>
            </a:extLst>
          </p:cNvPr>
          <p:cNvGrpSpPr/>
          <p:nvPr/>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6F453102-CF88-5F5D-F01F-D55DFF9F821B}"/>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0331B85-F551-1D98-E249-E17615E9AA75}"/>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F1728A5-B526-3330-7A6A-8E6E4F5AB128}"/>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C48EDDF-9CB1-4C44-B1E2-CC97C6F10B36}"/>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32197172"/>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25002" y="786386"/>
            <a:ext cx="2769913" cy="1965960"/>
          </a:xfrm>
        </p:spPr>
        <p:txBody>
          <a:bodyPr anchor="b">
            <a:noAutofit/>
          </a:bodyPr>
          <a:lstStyle>
            <a:lvl1pPr>
              <a:defRPr sz="3200">
                <a:solidFill>
                  <a:schemeClr val="tx1"/>
                </a:solidFill>
              </a:defRPr>
            </a:lvl1pPr>
          </a:lstStyle>
          <a:p>
            <a:r>
              <a:rPr lang="en-US"/>
              <a:t>Click to edit Master title style</a:t>
            </a:r>
          </a:p>
        </p:txBody>
      </p:sp>
      <p:sp>
        <p:nvSpPr>
          <p:cNvPr id="9" name="Footer Placeholder 8">
            <a:extLst>
              <a:ext uri="{FF2B5EF4-FFF2-40B4-BE49-F238E27FC236}">
                <a16:creationId xmlns:a16="http://schemas.microsoft.com/office/drawing/2014/main" id="{160F07FB-C605-C475-2466-273F0A36622F}"/>
              </a:ext>
            </a:extLst>
          </p:cNvPr>
          <p:cNvSpPr>
            <a:spLocks noGrp="1"/>
          </p:cNvSpPr>
          <p:nvPr>
            <p:ph type="ftr" sz="quarter" idx="16"/>
          </p:nvPr>
        </p:nvSpPr>
        <p:spPr/>
        <p:txBody>
          <a:bodyPr/>
          <a:lstStyle>
            <a:lvl1pPr>
              <a:defRPr>
                <a:solidFill>
                  <a:schemeClr val="tx1"/>
                </a:solidFill>
              </a:defRPr>
            </a:lvl1pPr>
          </a:lstStyle>
          <a:p>
            <a:r>
              <a:rPr lang="en-US"/>
              <a:t>SAMPLE FOOTER TEXT</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4672" y="396510"/>
            <a:ext cx="6984300" cy="605688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278" t="97"/>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225002" y="2899068"/>
            <a:ext cx="2769913" cy="315426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967EAB-987E-5A82-3A52-4B05A2268E08}"/>
              </a:ext>
            </a:extLst>
          </p:cNvPr>
          <p:cNvSpPr>
            <a:spLocks noGrp="1"/>
          </p:cNvSpPr>
          <p:nvPr>
            <p:ph type="dt" sz="half" idx="15"/>
          </p:nvPr>
        </p:nvSpPr>
        <p:spPr/>
        <p:txBody>
          <a:bodyPr/>
          <a:lstStyle>
            <a:lvl1pPr>
              <a:defRPr>
                <a:solidFill>
                  <a:schemeClr val="tx1"/>
                </a:solidFill>
              </a:defRPr>
            </a:lvl1pPr>
          </a:lstStyle>
          <a:p>
            <a:fld id="{4AAA9ECC-469F-4B8E-BD34-07C4E8D3E99E}" type="datetime1">
              <a:rPr lang="en-US" smtClean="0"/>
              <a:t>3/30/2026</a:t>
            </a:fld>
            <a:endParaRPr lang="en-US"/>
          </a:p>
        </p:txBody>
      </p:sp>
      <p:sp>
        <p:nvSpPr>
          <p:cNvPr id="10" name="Slide Number Placeholder 9">
            <a:extLst>
              <a:ext uri="{FF2B5EF4-FFF2-40B4-BE49-F238E27FC236}">
                <a16:creationId xmlns:a16="http://schemas.microsoft.com/office/drawing/2014/main" id="{CDB01B09-0705-352B-A1FA-3E626EF06916}"/>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13" name="Straight Connector 12">
            <a:extLst>
              <a:ext uri="{FF2B5EF4-FFF2-40B4-BE49-F238E27FC236}">
                <a16:creationId xmlns:a16="http://schemas.microsoft.com/office/drawing/2014/main" id="{FCEB4D60-2464-A9C4-215B-159431C1081B}"/>
              </a:ext>
            </a:extLst>
          </p:cNvPr>
          <p:cNvCxnSpPr/>
          <p:nvPr/>
        </p:nvCxnSpPr>
        <p:spPr>
          <a:xfrm>
            <a:off x="7790269"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86F5C2EA-B780-9C9C-77C2-9C6E76A40453}"/>
              </a:ext>
            </a:extLst>
          </p:cNvPr>
          <p:cNvGrpSpPr/>
          <p:nvPr/>
        </p:nvGrpSpPr>
        <p:grpSpPr>
          <a:xfrm>
            <a:off x="803185" y="0"/>
            <a:ext cx="10585629" cy="6858000"/>
            <a:chOff x="803185" y="0"/>
            <a:chExt cx="10585629" cy="6858000"/>
          </a:xfrm>
        </p:grpSpPr>
        <p:cxnSp>
          <p:nvCxnSpPr>
            <p:cNvPr id="15" name="Straight Connector 14">
              <a:extLst>
                <a:ext uri="{FF2B5EF4-FFF2-40B4-BE49-F238E27FC236}">
                  <a16:creationId xmlns:a16="http://schemas.microsoft.com/office/drawing/2014/main" id="{D856C059-7605-4C77-F758-743839E07508}"/>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DD5A105-823E-7F57-9BD9-B921E9D0B77F}"/>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12C3FE9-B32A-64E0-FF0E-729AFCAC0FF0}"/>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29F84BA-E3BA-190A-D926-B57563866DF2}"/>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5419005"/>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2">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6"/>
            <a:ext cx="2733933" cy="1965960"/>
          </a:xfrm>
        </p:spPr>
        <p:txBody>
          <a:bodyPr anchor="b">
            <a:noAutofit/>
          </a:bodyPr>
          <a:lstStyle>
            <a:lvl1pPr>
              <a:defRPr sz="3200">
                <a:solidFill>
                  <a:schemeClr val="tx1"/>
                </a:solidFill>
              </a:defRPr>
            </a:lvl1pPr>
          </a:lstStyle>
          <a:p>
            <a:r>
              <a:rPr lang="en-US"/>
              <a:t>Click to edit Master title style</a:t>
            </a:r>
          </a:p>
        </p:txBody>
      </p:sp>
      <p:sp>
        <p:nvSpPr>
          <p:cNvPr id="9" name="Footer Placeholder 8">
            <a:extLst>
              <a:ext uri="{FF2B5EF4-FFF2-40B4-BE49-F238E27FC236}">
                <a16:creationId xmlns:a16="http://schemas.microsoft.com/office/drawing/2014/main" id="{160F07FB-C605-C475-2466-273F0A36622F}"/>
              </a:ext>
            </a:extLst>
          </p:cNvPr>
          <p:cNvSpPr>
            <a:spLocks noGrp="1"/>
          </p:cNvSpPr>
          <p:nvPr>
            <p:ph type="ftr" sz="quarter" idx="16"/>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1207008" y="2899068"/>
            <a:ext cx="2733933" cy="315426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397207" y="396510"/>
            <a:ext cx="6984300" cy="605688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278" t="97"/>
            </a:stretch>
          </a:blipFill>
        </p:spPr>
        <p:txBody>
          <a:bodyPr/>
          <a:lstStyle>
            <a:lvl1pPr marL="0" indent="0">
              <a:buNone/>
              <a:defRPr/>
            </a:lvl1pPr>
          </a:lstStyle>
          <a:p>
            <a:r>
              <a:rPr lang="en-US"/>
              <a:t> </a:t>
            </a:r>
          </a:p>
        </p:txBody>
      </p:sp>
      <p:sp>
        <p:nvSpPr>
          <p:cNvPr id="4" name="Date Placeholder 3">
            <a:extLst>
              <a:ext uri="{FF2B5EF4-FFF2-40B4-BE49-F238E27FC236}">
                <a16:creationId xmlns:a16="http://schemas.microsoft.com/office/drawing/2014/main" id="{9A967EAB-987E-5A82-3A52-4B05A2268E08}"/>
              </a:ext>
            </a:extLst>
          </p:cNvPr>
          <p:cNvSpPr>
            <a:spLocks noGrp="1"/>
          </p:cNvSpPr>
          <p:nvPr>
            <p:ph type="dt" sz="half" idx="15"/>
          </p:nvPr>
        </p:nvSpPr>
        <p:spPr/>
        <p:txBody>
          <a:bodyPr/>
          <a:lstStyle>
            <a:lvl1pPr>
              <a:defRPr>
                <a:solidFill>
                  <a:schemeClr val="tx1"/>
                </a:solidFill>
              </a:defRPr>
            </a:lvl1pPr>
          </a:lstStyle>
          <a:p>
            <a:fld id="{9DBD8752-7BE3-4D87-B742-4591FA880F2B}" type="datetime1">
              <a:rPr lang="en-US" smtClean="0"/>
              <a:t>3/30/2026</a:t>
            </a:fld>
            <a:endParaRPr lang="en-US"/>
          </a:p>
        </p:txBody>
      </p:sp>
      <p:sp>
        <p:nvSpPr>
          <p:cNvPr id="10" name="Slide Number Placeholder 9">
            <a:extLst>
              <a:ext uri="{FF2B5EF4-FFF2-40B4-BE49-F238E27FC236}">
                <a16:creationId xmlns:a16="http://schemas.microsoft.com/office/drawing/2014/main" id="{CDB01B09-0705-352B-A1FA-3E626EF06916}"/>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13" name="Straight Connector 12">
            <a:extLst>
              <a:ext uri="{FF2B5EF4-FFF2-40B4-BE49-F238E27FC236}">
                <a16:creationId xmlns:a16="http://schemas.microsoft.com/office/drawing/2014/main" id="{FCEB4D60-2464-A9C4-215B-159431C1081B}"/>
              </a:ext>
            </a:extLst>
          </p:cNvPr>
          <p:cNvCxnSpPr/>
          <p:nvPr/>
        </p:nvCxnSpPr>
        <p:spPr>
          <a:xfrm>
            <a:off x="4392440"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2B306094-CD46-FD37-15EF-7C5ED43D2E04}"/>
              </a:ext>
            </a:extLst>
          </p:cNvPr>
          <p:cNvGrpSpPr/>
          <p:nvPr/>
        </p:nvGrpSpPr>
        <p:grpSpPr>
          <a:xfrm>
            <a:off x="803185" y="0"/>
            <a:ext cx="10585629" cy="6858000"/>
            <a:chOff x="803185" y="0"/>
            <a:chExt cx="10585629" cy="6858000"/>
          </a:xfrm>
        </p:grpSpPr>
        <p:cxnSp>
          <p:nvCxnSpPr>
            <p:cNvPr id="15" name="Straight Connector 14">
              <a:extLst>
                <a:ext uri="{FF2B5EF4-FFF2-40B4-BE49-F238E27FC236}">
                  <a16:creationId xmlns:a16="http://schemas.microsoft.com/office/drawing/2014/main" id="{1313FC44-1419-B29C-2719-5D21B5FAB872}"/>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E635384-8C2F-F008-F19F-E7277C4CD824}"/>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F94D592-13C7-2B81-775C-17CEE45C6825}"/>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AAC0629-36FF-17F3-D1B6-1FFADC425E40}"/>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24401264"/>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3">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4292076"/>
            <a:ext cx="3291840" cy="1737355"/>
          </a:xfrm>
        </p:spPr>
        <p:txBody>
          <a:bodyPr anchor="t">
            <a:normAutofit/>
          </a:bodyPr>
          <a:lstStyle>
            <a:lvl1pPr>
              <a:defRPr sz="32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15340" y="400050"/>
            <a:ext cx="10561320" cy="3602303"/>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b="-17566"/>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663440" y="4292076"/>
            <a:ext cx="6309360" cy="1737360"/>
          </a:xfrm>
        </p:spPr>
        <p:txBody>
          <a:bodyPr>
            <a:no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3ECE330D-E58C-4D6F-87CB-0ADC053EF516}" type="datetime1">
              <a:rPr lang="en-US" smtClean="0"/>
              <a:t>3/30/2026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4" name="Straight Connector 3">
            <a:extLst>
              <a:ext uri="{FF2B5EF4-FFF2-40B4-BE49-F238E27FC236}">
                <a16:creationId xmlns:a16="http://schemas.microsoft.com/office/drawing/2014/main" id="{0B41AB78-00EA-C6DB-5859-59235D680038}"/>
              </a:ext>
            </a:extLst>
          </p:cNvPr>
          <p:cNvCxnSpPr>
            <a:cxnSpLocks/>
          </p:cNvCxnSpPr>
          <p:nvPr/>
        </p:nvCxnSpPr>
        <p:spPr>
          <a:xfrm>
            <a:off x="803185" y="4018394"/>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E402F3EE-5A8F-A913-E4A4-DE5F2B1F2E2B}"/>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AFB51874-0819-129D-10E6-493F10681A3D}"/>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DDD5B01-D5A3-844C-1227-68F4BC230716}"/>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2B9A768-047B-4797-F4FA-1949EC09586C}"/>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5CE28C1-4A24-5039-21A3-CAB1FFE878CE}"/>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49561056"/>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4">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3291840" cy="1737360"/>
          </a:xfrm>
        </p:spPr>
        <p:txBody>
          <a:bodyPr anchor="t">
            <a:normAutofit/>
          </a:bodyPr>
          <a:lstStyle>
            <a:lvl1pPr>
              <a:defRPr sz="32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663440" y="786384"/>
            <a:ext cx="6309360" cy="1737360"/>
          </a:xfrm>
        </p:spPr>
        <p:txBody>
          <a:bodyPr>
            <a:no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0255FBD2-735E-C257-607E-CB2F585DBBEE}"/>
              </a:ext>
            </a:extLst>
          </p:cNvPr>
          <p:cNvSpPr>
            <a:spLocks noGrp="1"/>
          </p:cNvSpPr>
          <p:nvPr>
            <p:ph type="pic" sz="quarter" idx="15" hasCustomPrompt="1"/>
          </p:nvPr>
        </p:nvSpPr>
        <p:spPr>
          <a:xfrm>
            <a:off x="815340" y="2831629"/>
            <a:ext cx="10561320" cy="3602303"/>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b="-17566"/>
            </a:stretch>
          </a:blipFill>
        </p:spPr>
        <p:txBody>
          <a:bodyPr/>
          <a:lstStyle>
            <a:lvl1pPr marL="0" indent="0">
              <a:buNone/>
              <a:defRPr/>
            </a:lvl1pPr>
          </a:lstStyle>
          <a:p>
            <a:r>
              <a:rPr lang="en-US"/>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10CBDE9E-F3D4-4B19-8A53-22190533DBA9}" type="datetime1">
              <a:rPr lang="en-US" smtClean="0"/>
              <a:t>3/30/2026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4" name="Straight Connector 3">
            <a:extLst>
              <a:ext uri="{FF2B5EF4-FFF2-40B4-BE49-F238E27FC236}">
                <a16:creationId xmlns:a16="http://schemas.microsoft.com/office/drawing/2014/main" id="{0B41AB78-00EA-C6DB-5859-59235D680038}"/>
              </a:ext>
            </a:extLst>
          </p:cNvPr>
          <p:cNvCxnSpPr>
            <a:cxnSpLocks/>
          </p:cNvCxnSpPr>
          <p:nvPr/>
        </p:nvCxnSpPr>
        <p:spPr>
          <a:xfrm>
            <a:off x="803185" y="2802870"/>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E402F3EE-5A8F-A913-E4A4-DE5F2B1F2E2B}"/>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AFB51874-0819-129D-10E6-493F10681A3D}"/>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DDD5B01-D5A3-844C-1227-68F4BC230716}"/>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2B9A768-047B-4797-F4FA-1949EC09586C}"/>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5CE28C1-4A24-5039-21A3-CAB1FFE878CE}"/>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1815032"/>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5">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0" y="786385"/>
            <a:ext cx="3291840" cy="1499615"/>
          </a:xfrm>
        </p:spPr>
        <p:txBody>
          <a:bodyPr anchor="b">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4354FEC1-7004-7D66-39C0-5B3A0B2E4669}"/>
              </a:ext>
            </a:extLst>
          </p:cNvPr>
          <p:cNvSpPr>
            <a:spLocks noGrp="1"/>
          </p:cNvSpPr>
          <p:nvPr>
            <p:ph type="ftr" sz="quarter" idx="16"/>
          </p:nvPr>
        </p:nvSpPr>
        <p:spPr/>
        <p:txBody>
          <a:bodyPr/>
          <a:lstStyle>
            <a:lvl1pPr>
              <a:defRPr>
                <a:solidFill>
                  <a:schemeClr val="tx1"/>
                </a:solidFill>
              </a:defRPr>
            </a:lvl1pPr>
          </a:lstStyle>
          <a:p>
            <a:r>
              <a:rPr lang="en-US"/>
              <a:t>SAMPLE FOOTER TEXT</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4673" y="400050"/>
            <a:ext cx="6452176" cy="6052952"/>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39" t="38" r="-126"/>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80960" y="2468880"/>
            <a:ext cx="3291840" cy="3549735"/>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FBFF019D-CA37-05FF-D534-08FDF17D319F}"/>
              </a:ext>
            </a:extLst>
          </p:cNvPr>
          <p:cNvSpPr>
            <a:spLocks noGrp="1"/>
          </p:cNvSpPr>
          <p:nvPr>
            <p:ph type="dt" sz="half" idx="15"/>
          </p:nvPr>
        </p:nvSpPr>
        <p:spPr/>
        <p:txBody>
          <a:bodyPr/>
          <a:lstStyle>
            <a:lvl1pPr>
              <a:defRPr>
                <a:solidFill>
                  <a:schemeClr val="tx1"/>
                </a:solidFill>
              </a:defRPr>
            </a:lvl1pPr>
          </a:lstStyle>
          <a:p>
            <a:fld id="{676E3DFD-9373-4D4B-850F-63D341DA0F43}" type="datetime1">
              <a:rPr lang="en-US" smtClean="0"/>
              <a:t>3/30/2026</a:t>
            </a:fld>
            <a:endParaRPr lang="en-US"/>
          </a:p>
        </p:txBody>
      </p:sp>
      <p:sp>
        <p:nvSpPr>
          <p:cNvPr id="6" name="Slide Number Placeholder 5">
            <a:extLst>
              <a:ext uri="{FF2B5EF4-FFF2-40B4-BE49-F238E27FC236}">
                <a16:creationId xmlns:a16="http://schemas.microsoft.com/office/drawing/2014/main" id="{33C82A8A-3017-C293-CAA4-79DAC74143E1}"/>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7" name="Straight Connector 6">
            <a:extLst>
              <a:ext uri="{FF2B5EF4-FFF2-40B4-BE49-F238E27FC236}">
                <a16:creationId xmlns:a16="http://schemas.microsoft.com/office/drawing/2014/main" id="{49BCF003-D6AC-D9E0-C254-602FAE60278B}"/>
              </a:ext>
            </a:extLst>
          </p:cNvPr>
          <p:cNvCxnSpPr/>
          <p:nvPr/>
        </p:nvCxnSpPr>
        <p:spPr>
          <a:xfrm>
            <a:off x="7267016"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980CB927-6193-3B14-8326-BBA8970C4F38}"/>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0BDFF263-1BF6-293B-B046-2941778BCA54}"/>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DA48FB5-B732-D35D-2F75-840EFFCA6EF1}"/>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64D5118-DFE8-485E-6BE3-B042C0129B01}"/>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C779D56-9125-9DD5-D919-9FBC4DE4C9C1}"/>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5019387"/>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6">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10492" y="790302"/>
            <a:ext cx="3291840" cy="1499616"/>
          </a:xfrm>
        </p:spPr>
        <p:txBody>
          <a:bodyPr anchor="b">
            <a:normAutofit/>
          </a:bodyPr>
          <a:lstStyle>
            <a:lvl1pPr>
              <a:defRPr sz="320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72F358B6-BD90-E536-E301-EAF518F93DDB}"/>
              </a:ext>
            </a:extLst>
          </p:cNvPr>
          <p:cNvSpPr>
            <a:spLocks noGrp="1"/>
          </p:cNvSpPr>
          <p:nvPr>
            <p:ph type="ftr" sz="quarter" idx="16"/>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207008" y="2468880"/>
            <a:ext cx="3291840" cy="3547872"/>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925692" y="402336"/>
            <a:ext cx="6455664"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271" t="1" r="-2" b="1"/>
            </a:stretch>
          </a:blipFill>
        </p:spPr>
        <p:txBody>
          <a:bodyPr/>
          <a:lstStyle>
            <a:lvl1pPr marL="0" indent="0">
              <a:buNone/>
              <a:defRPr/>
            </a:lvl1pPr>
          </a:lstStyle>
          <a:p>
            <a:r>
              <a:rPr lang="en-US"/>
              <a:t> </a:t>
            </a:r>
          </a:p>
        </p:txBody>
      </p:sp>
      <p:sp>
        <p:nvSpPr>
          <p:cNvPr id="3" name="Date Placeholder 2">
            <a:extLst>
              <a:ext uri="{FF2B5EF4-FFF2-40B4-BE49-F238E27FC236}">
                <a16:creationId xmlns:a16="http://schemas.microsoft.com/office/drawing/2014/main" id="{4F65757A-4818-B0C9-F86A-A70480EA9B0B}"/>
              </a:ext>
            </a:extLst>
          </p:cNvPr>
          <p:cNvSpPr>
            <a:spLocks noGrp="1"/>
          </p:cNvSpPr>
          <p:nvPr>
            <p:ph type="dt" sz="half" idx="15"/>
          </p:nvPr>
        </p:nvSpPr>
        <p:spPr/>
        <p:txBody>
          <a:bodyPr/>
          <a:lstStyle>
            <a:lvl1pPr>
              <a:defRPr>
                <a:solidFill>
                  <a:schemeClr val="tx1"/>
                </a:solidFill>
              </a:defRPr>
            </a:lvl1pPr>
          </a:lstStyle>
          <a:p>
            <a:fld id="{90372CCE-8ACD-4161-8346-DACD1EF5A0E1}" type="datetime1">
              <a:rPr lang="en-US" smtClean="0"/>
              <a:t>3/30/2026</a:t>
            </a:fld>
            <a:endParaRPr lang="en-US"/>
          </a:p>
        </p:txBody>
      </p:sp>
      <p:sp>
        <p:nvSpPr>
          <p:cNvPr id="9" name="Slide Number Placeholder 8">
            <a:extLst>
              <a:ext uri="{FF2B5EF4-FFF2-40B4-BE49-F238E27FC236}">
                <a16:creationId xmlns:a16="http://schemas.microsoft.com/office/drawing/2014/main" id="{BF0B5840-4614-F082-0EE8-166E877279E1}"/>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12" name="Straight Connector 11">
            <a:extLst>
              <a:ext uri="{FF2B5EF4-FFF2-40B4-BE49-F238E27FC236}">
                <a16:creationId xmlns:a16="http://schemas.microsoft.com/office/drawing/2014/main" id="{53BE0255-54E9-B23E-623C-F5C3D5397CDC}"/>
              </a:ext>
            </a:extLst>
          </p:cNvPr>
          <p:cNvCxnSpPr/>
          <p:nvPr/>
        </p:nvCxnSpPr>
        <p:spPr>
          <a:xfrm>
            <a:off x="4911667"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7B048E29-F249-FCD5-75C6-EF3AD5392084}"/>
              </a:ext>
            </a:extLst>
          </p:cNvPr>
          <p:cNvGrpSpPr/>
          <p:nvPr/>
        </p:nvGrpSpPr>
        <p:grpSpPr>
          <a:xfrm>
            <a:off x="803185" y="0"/>
            <a:ext cx="10585629" cy="6858000"/>
            <a:chOff x="803185" y="0"/>
            <a:chExt cx="10585629" cy="6858000"/>
          </a:xfrm>
        </p:grpSpPr>
        <p:cxnSp>
          <p:nvCxnSpPr>
            <p:cNvPr id="6" name="Straight Connector 5">
              <a:extLst>
                <a:ext uri="{FF2B5EF4-FFF2-40B4-BE49-F238E27FC236}">
                  <a16:creationId xmlns:a16="http://schemas.microsoft.com/office/drawing/2014/main" id="{EB581520-7C65-58B5-6A72-4A87A2886B4D}"/>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D6D33EF2-FCD9-64BB-D5BD-71A6C1A0BCAF}"/>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74CC74B-22E1-1F2A-8B43-52BB3A2671A2}"/>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133C6DA-321C-7253-1FDF-F238DBFA8DAF}"/>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71357069"/>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7">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7" y="786384"/>
            <a:ext cx="5456295" cy="1005840"/>
          </a:xfrm>
        </p:spPr>
        <p:txBody>
          <a:bodyPr anchor="b">
            <a:noAutofit/>
          </a:bodyPr>
          <a:lstStyle>
            <a:lvl1pPr>
              <a:defRPr sz="3200">
                <a:solidFill>
                  <a:schemeClr val="tx1"/>
                </a:solidFill>
              </a:defRPr>
            </a:lvl1pPr>
          </a:lstStyle>
          <a:p>
            <a:r>
              <a:rPr lang="en-US"/>
              <a:t>Click to edit Master title style</a:t>
            </a:r>
          </a:p>
        </p:txBody>
      </p:sp>
      <p:sp>
        <p:nvSpPr>
          <p:cNvPr id="10" name="Footer Placeholder 9">
            <a:extLst>
              <a:ext uri="{FF2B5EF4-FFF2-40B4-BE49-F238E27FC236}">
                <a16:creationId xmlns:a16="http://schemas.microsoft.com/office/drawing/2014/main" id="{39D9456A-3FB8-5960-7F55-D6B686CFFC7B}"/>
              </a:ext>
            </a:extLst>
          </p:cNvPr>
          <p:cNvSpPr>
            <a:spLocks noGrp="1"/>
          </p:cNvSpPr>
          <p:nvPr>
            <p:ph type="ftr" sz="quarter" idx="16"/>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207007" y="1920240"/>
            <a:ext cx="5456295" cy="420624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078133" y="402336"/>
            <a:ext cx="4307415"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549" r="-1547"/>
            </a:stretch>
          </a:blipFill>
        </p:spPr>
        <p:txBody>
          <a:bodyPr/>
          <a:lstStyle>
            <a:lvl1pPr marL="0" indent="0">
              <a:buNone/>
              <a:defRPr/>
            </a:lvl1pPr>
          </a:lstStyle>
          <a:p>
            <a:r>
              <a:rPr lang="en-US"/>
              <a:t> </a:t>
            </a:r>
          </a:p>
        </p:txBody>
      </p:sp>
      <p:sp>
        <p:nvSpPr>
          <p:cNvPr id="9" name="Date Placeholder 8">
            <a:extLst>
              <a:ext uri="{FF2B5EF4-FFF2-40B4-BE49-F238E27FC236}">
                <a16:creationId xmlns:a16="http://schemas.microsoft.com/office/drawing/2014/main" id="{C242EA1D-81E7-620D-1BD8-6D18329BD220}"/>
              </a:ext>
            </a:extLst>
          </p:cNvPr>
          <p:cNvSpPr>
            <a:spLocks noGrp="1"/>
          </p:cNvSpPr>
          <p:nvPr>
            <p:ph type="dt" sz="half" idx="15"/>
          </p:nvPr>
        </p:nvSpPr>
        <p:spPr/>
        <p:txBody>
          <a:bodyPr/>
          <a:lstStyle>
            <a:lvl1pPr>
              <a:defRPr>
                <a:solidFill>
                  <a:schemeClr val="tx1"/>
                </a:solidFill>
              </a:defRPr>
            </a:lvl1pPr>
          </a:lstStyle>
          <a:p>
            <a:fld id="{D02DC4B6-A5C7-4299-BE6B-389F940BF10A}" type="datetime1">
              <a:rPr lang="en-US" smtClean="0"/>
              <a:t>3/30/2026</a:t>
            </a:fld>
            <a:endParaRPr lang="en-US"/>
          </a:p>
        </p:txBody>
      </p:sp>
      <p:sp>
        <p:nvSpPr>
          <p:cNvPr id="12" name="Slide Number Placeholder 11">
            <a:extLst>
              <a:ext uri="{FF2B5EF4-FFF2-40B4-BE49-F238E27FC236}">
                <a16:creationId xmlns:a16="http://schemas.microsoft.com/office/drawing/2014/main" id="{C81505A7-ADCB-6529-BE02-48BD8F2CFD0A}"/>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13" name="Straight Connector 12">
            <a:extLst>
              <a:ext uri="{FF2B5EF4-FFF2-40B4-BE49-F238E27FC236}">
                <a16:creationId xmlns:a16="http://schemas.microsoft.com/office/drawing/2014/main" id="{40A70D03-884A-50D9-2A83-C93ADDD49A38}"/>
              </a:ext>
            </a:extLst>
          </p:cNvPr>
          <p:cNvCxnSpPr/>
          <p:nvPr/>
        </p:nvCxnSpPr>
        <p:spPr>
          <a:xfrm>
            <a:off x="7054440"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69C2927C-12EE-49B3-DF99-04A869F1E12B}"/>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D0EFC1CE-B3AD-ED82-4797-595D2898220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842A2DBA-4EA6-1D56-360C-A2123A287B6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4281C874-21DE-792C-9FEE-BF48EECBBC64}"/>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86A35DD-6C6E-B96F-0038-DD2CD2777923}"/>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12180367"/>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8">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77840" y="786384"/>
            <a:ext cx="5394960" cy="1005840"/>
          </a:xfrm>
        </p:spPr>
        <p:txBody>
          <a:bodyPr anchor="b"/>
          <a:lstStyle>
            <a:lvl1pPr>
              <a:defRPr sz="320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46626D65-1470-5355-C0AB-4C755AE36464}"/>
              </a:ext>
            </a:extLst>
          </p:cNvPr>
          <p:cNvSpPr>
            <a:spLocks noGrp="1"/>
          </p:cNvSpPr>
          <p:nvPr>
            <p:ph type="ftr" sz="quarter" idx="16"/>
          </p:nvPr>
        </p:nvSpPr>
        <p:spPr/>
        <p:txBody>
          <a:bodyPr/>
          <a:lstStyle>
            <a:lvl1pPr>
              <a:defRPr>
                <a:solidFill>
                  <a:schemeClr val="tx1"/>
                </a:solidFill>
              </a:defRPr>
            </a:lvl1pPr>
          </a:lstStyle>
          <a:p>
            <a:r>
              <a:rPr lang="en-US"/>
              <a:t>SAMPLE FOOTER TEXT</a:t>
            </a:r>
          </a:p>
        </p:txBody>
      </p:sp>
      <p:sp>
        <p:nvSpPr>
          <p:cNvPr id="15" name="Picture Placeholder 10">
            <a:extLst>
              <a:ext uri="{FF2B5EF4-FFF2-40B4-BE49-F238E27FC236}">
                <a16:creationId xmlns:a16="http://schemas.microsoft.com/office/drawing/2014/main" id="{26947C16-472E-02E4-EE92-74FC49AB3821}"/>
              </a:ext>
            </a:extLst>
          </p:cNvPr>
          <p:cNvSpPr>
            <a:spLocks noGrp="1"/>
          </p:cNvSpPr>
          <p:nvPr>
            <p:ph type="pic" sz="quarter" idx="13" hasCustomPrompt="1"/>
          </p:nvPr>
        </p:nvSpPr>
        <p:spPr>
          <a:xfrm>
            <a:off x="801700" y="402336"/>
            <a:ext cx="4382592"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23" t="151" r="-225" b="-151"/>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577840" y="1920240"/>
            <a:ext cx="5394960" cy="420624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FA103F24-F909-9BD0-1CE0-3AFA9296B696}"/>
              </a:ext>
            </a:extLst>
          </p:cNvPr>
          <p:cNvSpPr>
            <a:spLocks noGrp="1"/>
          </p:cNvSpPr>
          <p:nvPr>
            <p:ph type="dt" sz="half" idx="15"/>
          </p:nvPr>
        </p:nvSpPr>
        <p:spPr/>
        <p:txBody>
          <a:bodyPr/>
          <a:lstStyle>
            <a:lvl1pPr>
              <a:defRPr>
                <a:solidFill>
                  <a:schemeClr val="tx1"/>
                </a:solidFill>
              </a:defRPr>
            </a:lvl1pPr>
          </a:lstStyle>
          <a:p>
            <a:fld id="{079A547C-B58D-4D18-BEA3-0C0DB6BD3221}" type="datetime1">
              <a:rPr lang="en-US" smtClean="0"/>
              <a:t>3/30/2026</a:t>
            </a:fld>
            <a:endParaRPr lang="en-US"/>
          </a:p>
        </p:txBody>
      </p:sp>
      <p:sp>
        <p:nvSpPr>
          <p:cNvPr id="9" name="Slide Number Placeholder 8">
            <a:extLst>
              <a:ext uri="{FF2B5EF4-FFF2-40B4-BE49-F238E27FC236}">
                <a16:creationId xmlns:a16="http://schemas.microsoft.com/office/drawing/2014/main" id="{BD147767-378C-917C-1CEA-C28D4F2BD421}"/>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14" name="Straight Connector 13">
            <a:extLst>
              <a:ext uri="{FF2B5EF4-FFF2-40B4-BE49-F238E27FC236}">
                <a16:creationId xmlns:a16="http://schemas.microsoft.com/office/drawing/2014/main" id="{FFB8D92F-DD5D-21B4-7D10-80457CCEDEC0}"/>
              </a:ext>
            </a:extLst>
          </p:cNvPr>
          <p:cNvCxnSpPr/>
          <p:nvPr/>
        </p:nvCxnSpPr>
        <p:spPr>
          <a:xfrm>
            <a:off x="5185777"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63C3FE30-EF8F-C27D-E8AB-BB565902B9FB}"/>
              </a:ext>
            </a:extLst>
          </p:cNvPr>
          <p:cNvGrpSpPr/>
          <p:nvPr/>
        </p:nvGrpSpPr>
        <p:grpSpPr>
          <a:xfrm>
            <a:off x="803185" y="0"/>
            <a:ext cx="10585629" cy="6858000"/>
            <a:chOff x="803185" y="0"/>
            <a:chExt cx="10585629" cy="6858000"/>
          </a:xfrm>
        </p:grpSpPr>
        <p:cxnSp>
          <p:nvCxnSpPr>
            <p:cNvPr id="6" name="Straight Connector 5">
              <a:extLst>
                <a:ext uri="{FF2B5EF4-FFF2-40B4-BE49-F238E27FC236}">
                  <a16:creationId xmlns:a16="http://schemas.microsoft.com/office/drawing/2014/main" id="{BDB333B6-9BB2-24CF-B636-1E04F1411213}"/>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D9F5CADF-5A1B-0BEC-D60A-C6D3AF70F255}"/>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85755C8-3D3B-E5E6-1F70-528A7BCA65A3}"/>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E6F374D-A3D9-FD1D-A133-794607CFD757}"/>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3602279"/>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9">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3749040"/>
            <a:ext cx="2834640" cy="2286000"/>
          </a:xfrm>
        </p:spPr>
        <p:txBody>
          <a:bodyPr anchor="t">
            <a:normAutofit/>
          </a:bodyPr>
          <a:lstStyle>
            <a:lvl1pPr>
              <a:defRPr sz="32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4" name="Picture Placeholder 10">
            <a:extLst>
              <a:ext uri="{FF2B5EF4-FFF2-40B4-BE49-F238E27FC236}">
                <a16:creationId xmlns:a16="http://schemas.microsoft.com/office/drawing/2014/main" id="{C31E5265-51B9-0DA3-10B4-945EE4951744}"/>
              </a:ext>
            </a:extLst>
          </p:cNvPr>
          <p:cNvSpPr>
            <a:spLocks noGrp="1"/>
          </p:cNvSpPr>
          <p:nvPr>
            <p:ph type="pic" sz="quarter" idx="13" hasCustomPrompt="1"/>
          </p:nvPr>
        </p:nvSpPr>
        <p:spPr>
          <a:xfrm>
            <a:off x="815340" y="406401"/>
            <a:ext cx="10561320" cy="2987416"/>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t="-442"/>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14800" y="3749040"/>
            <a:ext cx="6858000" cy="2286000"/>
          </a:xfrm>
        </p:spPr>
        <p:txBody>
          <a:bodyPr>
            <a:no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6168D35D-CEAF-4137-A955-9C5E00AC9944}" type="datetime1">
              <a:rPr lang="en-US" smtClean="0"/>
              <a:t>3/30/2026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4" name="Straight Connector 3">
            <a:extLst>
              <a:ext uri="{FF2B5EF4-FFF2-40B4-BE49-F238E27FC236}">
                <a16:creationId xmlns:a16="http://schemas.microsoft.com/office/drawing/2014/main" id="{E87DF89E-6618-A2A2-BC84-986CED89FCC1}"/>
              </a:ext>
            </a:extLst>
          </p:cNvPr>
          <p:cNvCxnSpPr>
            <a:cxnSpLocks/>
          </p:cNvCxnSpPr>
          <p:nvPr/>
        </p:nvCxnSpPr>
        <p:spPr>
          <a:xfrm>
            <a:off x="803185" y="3412227"/>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1A396D86-8A66-3FA9-3546-3A1F85779074}"/>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7D844445-C27C-0A5B-2D4A-490DC1664AD3}"/>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629BDA0-67DC-312E-1148-3B3D607358C7}"/>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B6FA474-6534-5F04-1B35-0A8CB67144C1}"/>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C3F2445-DE75-8F1D-AF29-50897C3A8D17}"/>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24314309"/>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0">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2834640" cy="2194560"/>
          </a:xfrm>
        </p:spPr>
        <p:txBody>
          <a:bodyPr anchor="t">
            <a:normAutofit/>
          </a:bodyPr>
          <a:lstStyle>
            <a:lvl1pPr>
              <a:defRPr sz="3200">
                <a:solidFill>
                  <a:schemeClr val="tx1"/>
                </a:solidFill>
              </a:defRPr>
            </a:lvl1pPr>
          </a:lstStyle>
          <a:p>
            <a:r>
              <a:rPr lang="en-US"/>
              <a:t>Click to edit Master title style</a:t>
            </a:r>
          </a:p>
        </p:txBody>
      </p:sp>
      <p:sp>
        <p:nvSpPr>
          <p:cNvPr id="9" name="Footer Placeholder 8">
            <a:extLst>
              <a:ext uri="{FF2B5EF4-FFF2-40B4-BE49-F238E27FC236}">
                <a16:creationId xmlns:a16="http://schemas.microsoft.com/office/drawing/2014/main" id="{4C41AE8B-FC59-39B1-281C-D38D03D05BCD}"/>
              </a:ext>
            </a:extLst>
          </p:cNvPr>
          <p:cNvSpPr>
            <a:spLocks noGrp="1"/>
          </p:cNvSpPr>
          <p:nvPr>
            <p:ph type="ftr" sz="quarter" idx="16"/>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14800" y="786384"/>
            <a:ext cx="6858000" cy="2194560"/>
          </a:xfrm>
        </p:spPr>
        <p:txBody>
          <a:bodyPr>
            <a:no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15340" y="3461829"/>
            <a:ext cx="10561320" cy="2987416"/>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t="-628" b="-1"/>
            </a:stretch>
          </a:blipFill>
        </p:spPr>
        <p:txBody>
          <a:bodyPr/>
          <a:lstStyle>
            <a:lvl1pPr marL="0" indent="0">
              <a:buNone/>
              <a:defRPr/>
            </a:lvl1pPr>
          </a:lstStyle>
          <a:p>
            <a:r>
              <a:rPr lang="en-US"/>
              <a:t> </a:t>
            </a:r>
          </a:p>
        </p:txBody>
      </p:sp>
      <p:sp>
        <p:nvSpPr>
          <p:cNvPr id="4" name="Date Placeholder 3">
            <a:extLst>
              <a:ext uri="{FF2B5EF4-FFF2-40B4-BE49-F238E27FC236}">
                <a16:creationId xmlns:a16="http://schemas.microsoft.com/office/drawing/2014/main" id="{FAAB489A-1FCE-1E30-E1BC-2F89D0AEA64A}"/>
              </a:ext>
            </a:extLst>
          </p:cNvPr>
          <p:cNvSpPr>
            <a:spLocks noGrp="1"/>
          </p:cNvSpPr>
          <p:nvPr>
            <p:ph type="dt" sz="half" idx="15"/>
          </p:nvPr>
        </p:nvSpPr>
        <p:spPr/>
        <p:txBody>
          <a:bodyPr/>
          <a:lstStyle>
            <a:lvl1pPr>
              <a:defRPr>
                <a:solidFill>
                  <a:schemeClr val="tx1"/>
                </a:solidFill>
              </a:defRPr>
            </a:lvl1pPr>
          </a:lstStyle>
          <a:p>
            <a:fld id="{AF91EA9C-EC16-43EE-A29B-062A230E37BE}" type="datetime1">
              <a:rPr lang="en-US" smtClean="0"/>
              <a:t>3/30/2026</a:t>
            </a:fld>
            <a:endParaRPr lang="en-US"/>
          </a:p>
        </p:txBody>
      </p:sp>
      <p:sp>
        <p:nvSpPr>
          <p:cNvPr id="10" name="Slide Number Placeholder 9">
            <a:extLst>
              <a:ext uri="{FF2B5EF4-FFF2-40B4-BE49-F238E27FC236}">
                <a16:creationId xmlns:a16="http://schemas.microsoft.com/office/drawing/2014/main" id="{8E037D5D-163A-01CE-9AE6-33821E23DCC5}"/>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3" name="Straight Connector 2">
            <a:extLst>
              <a:ext uri="{FF2B5EF4-FFF2-40B4-BE49-F238E27FC236}">
                <a16:creationId xmlns:a16="http://schemas.microsoft.com/office/drawing/2014/main" id="{400730B6-4EF5-7F9C-E6DB-635C947CFEE3}"/>
              </a:ext>
            </a:extLst>
          </p:cNvPr>
          <p:cNvCxnSpPr>
            <a:cxnSpLocks/>
          </p:cNvCxnSpPr>
          <p:nvPr/>
        </p:nvCxnSpPr>
        <p:spPr>
          <a:xfrm>
            <a:off x="803185" y="3443041"/>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91AE5A9-CF62-A508-3C2C-E3BE594AC2D0}"/>
              </a:ext>
            </a:extLst>
          </p:cNvPr>
          <p:cNvGrpSpPr/>
          <p:nvPr/>
        </p:nvGrpSpPr>
        <p:grpSpPr>
          <a:xfrm>
            <a:off x="803185" y="0"/>
            <a:ext cx="10585629" cy="6858000"/>
            <a:chOff x="803185" y="0"/>
            <a:chExt cx="10585629" cy="6858000"/>
          </a:xfrm>
        </p:grpSpPr>
        <p:cxnSp>
          <p:nvCxnSpPr>
            <p:cNvPr id="6" name="Straight Connector 5">
              <a:extLst>
                <a:ext uri="{FF2B5EF4-FFF2-40B4-BE49-F238E27FC236}">
                  <a16:creationId xmlns:a16="http://schemas.microsoft.com/office/drawing/2014/main" id="{ECCEFB20-F364-CF05-360F-6CC5D88ACC5D}"/>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1BD6A10-DA26-A78C-A5C9-6E8484760029}"/>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879492A-67D3-53D1-F50F-DBC8A33D2459}"/>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72D47D6-60C0-53E4-BD56-F71C892CDD54}"/>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98927178"/>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1">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03520" y="786384"/>
            <a:ext cx="5669280" cy="914400"/>
          </a:xfrm>
        </p:spPr>
        <p:txBody>
          <a:bodyPr anchor="b">
            <a:noAutofit/>
          </a:bodyPr>
          <a:lstStyle>
            <a:lvl1pPr>
              <a:defRPr sz="3200">
                <a:solidFill>
                  <a:schemeClr val="tx1"/>
                </a:solidFill>
              </a:defRPr>
            </a:lvl1pPr>
          </a:lstStyle>
          <a:p>
            <a:r>
              <a:rPr lang="en-US"/>
              <a:t>Click to edit Master title style</a:t>
            </a:r>
          </a:p>
        </p:txBody>
      </p:sp>
      <p:sp>
        <p:nvSpPr>
          <p:cNvPr id="9" name="Footer Placeholder 8">
            <a:extLst>
              <a:ext uri="{FF2B5EF4-FFF2-40B4-BE49-F238E27FC236}">
                <a16:creationId xmlns:a16="http://schemas.microsoft.com/office/drawing/2014/main" id="{AD0F53A5-B7B2-D195-CE9A-F93E7073A7FF}"/>
              </a:ext>
            </a:extLst>
          </p:cNvPr>
          <p:cNvSpPr>
            <a:spLocks noGrp="1"/>
          </p:cNvSpPr>
          <p:nvPr>
            <p:ph type="ftr" sz="quarter" idx="16"/>
          </p:nvPr>
        </p:nvSpPr>
        <p:spPr/>
        <p:txBody>
          <a:bodyPr/>
          <a:lstStyle>
            <a:lvl1pPr>
              <a:defRPr>
                <a:solidFill>
                  <a:schemeClr val="tx1"/>
                </a:solidFill>
              </a:defRPr>
            </a:lvl1pPr>
          </a:lstStyle>
          <a:p>
            <a:r>
              <a:rPr lang="en-US"/>
              <a:t>SAMPLE FOOTER TEXT</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5544" y="400051"/>
            <a:ext cx="4098966" cy="6052952"/>
          </a:xfrm>
          <a:blipFill dpi="0" rotWithShape="1">
            <a:blip r:embed="rId2">
              <a:alphaModFix amt="25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 r="-527"/>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303520" y="1828800"/>
            <a:ext cx="5669280" cy="420624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0DA056-F89A-AE3C-C34A-38BEC586914B}"/>
              </a:ext>
            </a:extLst>
          </p:cNvPr>
          <p:cNvSpPr>
            <a:spLocks noGrp="1"/>
          </p:cNvSpPr>
          <p:nvPr>
            <p:ph type="dt" sz="half" idx="15"/>
          </p:nvPr>
        </p:nvSpPr>
        <p:spPr/>
        <p:txBody>
          <a:bodyPr/>
          <a:lstStyle>
            <a:lvl1pPr>
              <a:defRPr>
                <a:solidFill>
                  <a:schemeClr val="tx1"/>
                </a:solidFill>
              </a:defRPr>
            </a:lvl1pPr>
          </a:lstStyle>
          <a:p>
            <a:fld id="{5E86C7AF-36E7-4A52-B4F7-734BAFD8A4CC}" type="datetime1">
              <a:rPr lang="en-US" smtClean="0"/>
              <a:t>3/30/2026</a:t>
            </a:fld>
            <a:endParaRPr lang="en-US"/>
          </a:p>
        </p:txBody>
      </p:sp>
      <p:sp>
        <p:nvSpPr>
          <p:cNvPr id="10" name="Slide Number Placeholder 9">
            <a:extLst>
              <a:ext uri="{FF2B5EF4-FFF2-40B4-BE49-F238E27FC236}">
                <a16:creationId xmlns:a16="http://schemas.microsoft.com/office/drawing/2014/main" id="{BCEB9FDE-D96C-0906-A793-822DD355B400}"/>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13" name="Straight Connector 12">
            <a:extLst>
              <a:ext uri="{FF2B5EF4-FFF2-40B4-BE49-F238E27FC236}">
                <a16:creationId xmlns:a16="http://schemas.microsoft.com/office/drawing/2014/main" id="{60DB4CF5-18AD-6BFC-8AA3-4292C4318D77}"/>
              </a:ext>
            </a:extLst>
          </p:cNvPr>
          <p:cNvCxnSpPr>
            <a:cxnSpLocks/>
          </p:cNvCxnSpPr>
          <p:nvPr/>
        </p:nvCxnSpPr>
        <p:spPr>
          <a:xfrm>
            <a:off x="4912108"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2AFAE229-30B5-59F6-95B3-5A0028AA9FD0}"/>
              </a:ext>
            </a:extLst>
          </p:cNvPr>
          <p:cNvGrpSpPr/>
          <p:nvPr/>
        </p:nvGrpSpPr>
        <p:grpSpPr>
          <a:xfrm>
            <a:off x="803185" y="0"/>
            <a:ext cx="10585629" cy="6858000"/>
            <a:chOff x="803185" y="0"/>
            <a:chExt cx="10585629" cy="6858000"/>
          </a:xfrm>
        </p:grpSpPr>
        <p:cxnSp>
          <p:nvCxnSpPr>
            <p:cNvPr id="6" name="Straight Connector 5">
              <a:extLst>
                <a:ext uri="{FF2B5EF4-FFF2-40B4-BE49-F238E27FC236}">
                  <a16:creationId xmlns:a16="http://schemas.microsoft.com/office/drawing/2014/main" id="{BF9983B3-9D4B-C7C3-42B6-FC4112EDA173}"/>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9FE12F5-E33A-8435-EC5D-4056ACEF7755}"/>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30088E3-D111-48BB-2932-C12F38A348EC}"/>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419E4F3-5171-B07A-3705-6FF5F7EC506B}"/>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5762098"/>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2">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5669280" cy="914400"/>
          </a:xfrm>
        </p:spPr>
        <p:txBody>
          <a:bodyPr anchor="b"/>
          <a:lstStyle>
            <a:lvl1pPr>
              <a:defRPr sz="3200">
                <a:solidFill>
                  <a:schemeClr val="tx1"/>
                </a:solidFill>
              </a:defRPr>
            </a:lvl1pPr>
          </a:lstStyle>
          <a:p>
            <a:r>
              <a:rPr lang="en-US"/>
              <a:t>Click to edit Master title style</a:t>
            </a:r>
          </a:p>
        </p:txBody>
      </p:sp>
      <p:sp>
        <p:nvSpPr>
          <p:cNvPr id="9" name="Footer Placeholder 8">
            <a:extLst>
              <a:ext uri="{FF2B5EF4-FFF2-40B4-BE49-F238E27FC236}">
                <a16:creationId xmlns:a16="http://schemas.microsoft.com/office/drawing/2014/main" id="{0169C89B-17A4-F382-1720-170DCCD7B6E7}"/>
              </a:ext>
            </a:extLst>
          </p:cNvPr>
          <p:cNvSpPr>
            <a:spLocks noGrp="1"/>
          </p:cNvSpPr>
          <p:nvPr>
            <p:ph type="ftr" sz="quarter" idx="16"/>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207008" y="1828800"/>
            <a:ext cx="5669280" cy="420624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Picture Placeholder 10">
            <a:extLst>
              <a:ext uri="{FF2B5EF4-FFF2-40B4-BE49-F238E27FC236}">
                <a16:creationId xmlns:a16="http://schemas.microsoft.com/office/drawing/2014/main" id="{226A60F8-6BFE-EE58-8E8B-8E42FCDABF08}"/>
              </a:ext>
            </a:extLst>
          </p:cNvPr>
          <p:cNvSpPr>
            <a:spLocks noGrp="1"/>
          </p:cNvSpPr>
          <p:nvPr>
            <p:ph type="pic" sz="quarter" idx="13" hasCustomPrompt="1"/>
          </p:nvPr>
        </p:nvSpPr>
        <p:spPr>
          <a:xfrm>
            <a:off x="7280239" y="400051"/>
            <a:ext cx="4098966" cy="6052952"/>
          </a:xfrm>
          <a:blipFill dpi="0" rotWithShape="1">
            <a:blip r:embed="rId2">
              <a:alphaModFix amt="25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r="-198"/>
            </a:stretch>
          </a:blipFill>
        </p:spPr>
        <p:txBody>
          <a:bodyPr/>
          <a:lstStyle>
            <a:lvl1pPr marL="0" indent="0">
              <a:buNone/>
              <a:defRPr/>
            </a:lvl1pPr>
          </a:lstStyle>
          <a:p>
            <a:r>
              <a:rPr lang="en-US"/>
              <a:t> </a:t>
            </a:r>
          </a:p>
        </p:txBody>
      </p:sp>
      <p:sp>
        <p:nvSpPr>
          <p:cNvPr id="4" name="Date Placeholder 3">
            <a:extLst>
              <a:ext uri="{FF2B5EF4-FFF2-40B4-BE49-F238E27FC236}">
                <a16:creationId xmlns:a16="http://schemas.microsoft.com/office/drawing/2014/main" id="{06658DE0-8FDC-961F-A73B-ED321A160D7A}"/>
              </a:ext>
            </a:extLst>
          </p:cNvPr>
          <p:cNvSpPr>
            <a:spLocks noGrp="1"/>
          </p:cNvSpPr>
          <p:nvPr>
            <p:ph type="dt" sz="half" idx="15"/>
          </p:nvPr>
        </p:nvSpPr>
        <p:spPr/>
        <p:txBody>
          <a:bodyPr/>
          <a:lstStyle>
            <a:lvl1pPr>
              <a:defRPr>
                <a:solidFill>
                  <a:schemeClr val="tx1"/>
                </a:solidFill>
              </a:defRPr>
            </a:lvl1pPr>
          </a:lstStyle>
          <a:p>
            <a:fld id="{A59F9EED-93FB-47F3-9562-1436657BF9C0}" type="datetime1">
              <a:rPr lang="en-US" smtClean="0"/>
              <a:t>3/30/2026</a:t>
            </a:fld>
            <a:endParaRPr lang="en-US"/>
          </a:p>
        </p:txBody>
      </p:sp>
      <p:sp>
        <p:nvSpPr>
          <p:cNvPr id="10" name="Slide Number Placeholder 9">
            <a:extLst>
              <a:ext uri="{FF2B5EF4-FFF2-40B4-BE49-F238E27FC236}">
                <a16:creationId xmlns:a16="http://schemas.microsoft.com/office/drawing/2014/main" id="{CE6F948F-9E87-C016-444D-D9F266B8C983}"/>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12" name="Straight Connector 11">
            <a:extLst>
              <a:ext uri="{FF2B5EF4-FFF2-40B4-BE49-F238E27FC236}">
                <a16:creationId xmlns:a16="http://schemas.microsoft.com/office/drawing/2014/main" id="{2342AE50-E725-8CC9-C210-91ADF8C0F6FE}"/>
              </a:ext>
            </a:extLst>
          </p:cNvPr>
          <p:cNvCxnSpPr/>
          <p:nvPr/>
        </p:nvCxnSpPr>
        <p:spPr>
          <a:xfrm>
            <a:off x="7258461"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CFCB2DB0-8C6B-DBBA-F594-AC4F2954C424}"/>
              </a:ext>
            </a:extLst>
          </p:cNvPr>
          <p:cNvGrpSpPr/>
          <p:nvPr/>
        </p:nvGrpSpPr>
        <p:grpSpPr>
          <a:xfrm>
            <a:off x="803185" y="0"/>
            <a:ext cx="10585629" cy="6858000"/>
            <a:chOff x="803185" y="0"/>
            <a:chExt cx="10585629" cy="6858000"/>
          </a:xfrm>
        </p:grpSpPr>
        <p:cxnSp>
          <p:nvCxnSpPr>
            <p:cNvPr id="5" name="Straight Connector 4">
              <a:extLst>
                <a:ext uri="{FF2B5EF4-FFF2-40B4-BE49-F238E27FC236}">
                  <a16:creationId xmlns:a16="http://schemas.microsoft.com/office/drawing/2014/main" id="{1DB4D22E-4E74-6984-AF14-681AA8D9125F}"/>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0E9A215-4EBA-4F98-1C96-43269B57F2F8}"/>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DB5B197-9DE8-9BBC-A47D-F378F717E43A}"/>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B835935-392C-76CA-C57F-44990EBEB041}"/>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20456776"/>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3">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9784080" cy="640080"/>
          </a:xfrm>
        </p:spPr>
        <p:txBody>
          <a:bodyPr anchor="t" anchorCtr="0">
            <a:normAutofit/>
          </a:bodyPr>
          <a:lstStyle>
            <a:lvl1pPr>
              <a:defRPr sz="32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207009" y="1645921"/>
            <a:ext cx="4777774" cy="440031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0" t="120" b="-8976"/>
            </a:stretch>
          </a:blipFill>
          <a:ln w="6350">
            <a:solidFill>
              <a:schemeClr val="tx1"/>
            </a:solidFill>
          </a:ln>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6400800" y="1645920"/>
            <a:ext cx="4572000" cy="457200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4F2821E9-9F8C-4BDA-BDAE-826252E0F21A}" type="datetime1">
              <a:rPr lang="en-US" smtClean="0"/>
              <a:t>3/30/2026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grpSp>
        <p:nvGrpSpPr>
          <p:cNvPr id="3" name="Group 2">
            <a:extLst>
              <a:ext uri="{FF2B5EF4-FFF2-40B4-BE49-F238E27FC236}">
                <a16:creationId xmlns:a16="http://schemas.microsoft.com/office/drawing/2014/main" id="{F81DBAD0-D07B-A74F-6666-CA41ADD20C7F}"/>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33FDF152-974F-A342-D2EF-E16DCAC7FECE}"/>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D22D320-6A18-F2A0-9B5F-6D2CCFD3C85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3E0112F-DFB9-2DAB-0FC6-60936EBCA118}"/>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4576E3A-B8F0-5B5D-66BC-71D6BDE8606A}"/>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52944004"/>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4">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9784080" cy="640080"/>
          </a:xfrm>
        </p:spPr>
        <p:txBody>
          <a:bodyPr anchor="t" anchorCtr="0"/>
          <a:lstStyle>
            <a:lvl1pPr>
              <a:defRPr sz="32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207008" y="1645920"/>
            <a:ext cx="5987920" cy="4400319"/>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3" t="5" r="302" b="-8984"/>
            </a:stretch>
          </a:blipFill>
          <a:ln w="6350">
            <a:solidFill>
              <a:schemeClr val="tx1"/>
            </a:solidFill>
          </a:ln>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592654" y="1645920"/>
            <a:ext cx="3380146" cy="438912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A80AD10E-AA22-4A1A-88F6-F4B2C3E6FE7A}" type="datetime1">
              <a:rPr lang="en-US" smtClean="0"/>
              <a:t>3/30/2026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grpSp>
        <p:nvGrpSpPr>
          <p:cNvPr id="3" name="Group 2">
            <a:extLst>
              <a:ext uri="{FF2B5EF4-FFF2-40B4-BE49-F238E27FC236}">
                <a16:creationId xmlns:a16="http://schemas.microsoft.com/office/drawing/2014/main" id="{F81DBAD0-D07B-A74F-6666-CA41ADD20C7F}"/>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33FDF152-974F-A342-D2EF-E16DCAC7FECE}"/>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D22D320-6A18-F2A0-9B5F-6D2CCFD3C85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3E0112F-DFB9-2DAB-0FC6-60936EBCA118}"/>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4576E3A-B8F0-5B5D-66BC-71D6BDE8606A}"/>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98422341"/>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5">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9784080" cy="640080"/>
          </a:xfrm>
        </p:spPr>
        <p:txBody>
          <a:bodyPr anchor="t" anchorCtr="0">
            <a:normAutofit/>
          </a:bodyPr>
          <a:lstStyle>
            <a:lvl1pPr>
              <a:defRPr sz="32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1207008" y="1645920"/>
            <a:ext cx="4572000" cy="457200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Picture Placeholder 10">
            <a:extLst>
              <a:ext uri="{FF2B5EF4-FFF2-40B4-BE49-F238E27FC236}">
                <a16:creationId xmlns:a16="http://schemas.microsoft.com/office/drawing/2014/main" id="{D69BDBE1-5F80-669A-1B59-BD1E8D2515C2}"/>
              </a:ext>
            </a:extLst>
          </p:cNvPr>
          <p:cNvSpPr>
            <a:spLocks noGrp="1"/>
          </p:cNvSpPr>
          <p:nvPr>
            <p:ph type="pic" sz="quarter" idx="13" hasCustomPrompt="1"/>
          </p:nvPr>
        </p:nvSpPr>
        <p:spPr>
          <a:xfrm>
            <a:off x="6211963" y="1645921"/>
            <a:ext cx="4777774" cy="440031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0" t="-4" r="100" b="-8973"/>
            </a:stretch>
          </a:blipFill>
          <a:ln w="6350">
            <a:solidFill>
              <a:schemeClr val="tx1"/>
            </a:solidFill>
          </a:ln>
        </p:spPr>
        <p:txBody>
          <a:bodyPr/>
          <a:lstStyle>
            <a:lvl1pPr marL="0" indent="0">
              <a:buNone/>
              <a:defRPr/>
            </a:lvl1pPr>
          </a:lstStyle>
          <a:p>
            <a:r>
              <a:rPr lang="en-US"/>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D5C57D5A-EE81-4EB8-9DAF-ABC5A6DD5008}" type="datetime1">
              <a:rPr lang="en-US" smtClean="0"/>
              <a:t>3/30/2026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grpSp>
        <p:nvGrpSpPr>
          <p:cNvPr id="3" name="Group 2">
            <a:extLst>
              <a:ext uri="{FF2B5EF4-FFF2-40B4-BE49-F238E27FC236}">
                <a16:creationId xmlns:a16="http://schemas.microsoft.com/office/drawing/2014/main" id="{F81DBAD0-D07B-A74F-6666-CA41ADD20C7F}"/>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33FDF152-974F-A342-D2EF-E16DCAC7FECE}"/>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D22D320-6A18-F2A0-9B5F-6D2CCFD3C85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3E0112F-DFB9-2DAB-0FC6-60936EBCA118}"/>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4576E3A-B8F0-5B5D-66BC-71D6BDE8606A}"/>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34061250"/>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6">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09388" y="786385"/>
            <a:ext cx="7772400" cy="914400"/>
          </a:xfrm>
        </p:spPr>
        <p:txBody>
          <a:bodyPr anchor="b">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6072A0CE-6B73-A9EE-CD61-DA01E0E315AD}"/>
              </a:ext>
            </a:extLst>
          </p:cNvPr>
          <p:cNvSpPr>
            <a:spLocks noGrp="1"/>
          </p:cNvSpPr>
          <p:nvPr>
            <p:ph type="ftr" sz="quarter" idx="16"/>
          </p:nvPr>
        </p:nvSpPr>
        <p:spPr/>
        <p:txBody>
          <a:bodyPr/>
          <a:lstStyle>
            <a:lvl1pPr>
              <a:defRPr>
                <a:solidFill>
                  <a:schemeClr val="tx1"/>
                </a:solidFill>
              </a:defRPr>
            </a:lvl1pPr>
          </a:lstStyle>
          <a:p>
            <a:r>
              <a:rPr lang="en-US"/>
              <a:t>SAMPLE FOOTER TEXT</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4673" y="393289"/>
            <a:ext cx="2084255" cy="6051054"/>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91" t="148" r="-487" b="-1"/>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3209388" y="1828800"/>
            <a:ext cx="7772400" cy="420624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ADE48AFF-3397-202B-9BA6-6E2E52FB96B4}"/>
              </a:ext>
            </a:extLst>
          </p:cNvPr>
          <p:cNvSpPr>
            <a:spLocks noGrp="1"/>
          </p:cNvSpPr>
          <p:nvPr>
            <p:ph type="dt" sz="half" idx="15"/>
          </p:nvPr>
        </p:nvSpPr>
        <p:spPr/>
        <p:txBody>
          <a:bodyPr/>
          <a:lstStyle>
            <a:lvl1pPr>
              <a:defRPr>
                <a:solidFill>
                  <a:schemeClr val="tx1"/>
                </a:solidFill>
              </a:defRPr>
            </a:lvl1pPr>
          </a:lstStyle>
          <a:p>
            <a:fld id="{3CF1C996-E939-49D2-ACF0-1DAA697D4C26}" type="datetime1">
              <a:rPr lang="en-US" smtClean="0"/>
              <a:t>3/30/2026</a:t>
            </a:fld>
            <a:endParaRPr lang="en-US"/>
          </a:p>
        </p:txBody>
      </p:sp>
      <p:sp>
        <p:nvSpPr>
          <p:cNvPr id="6" name="Slide Number Placeholder 5">
            <a:extLst>
              <a:ext uri="{FF2B5EF4-FFF2-40B4-BE49-F238E27FC236}">
                <a16:creationId xmlns:a16="http://schemas.microsoft.com/office/drawing/2014/main" id="{D73641B0-A410-A060-9C4C-10246CEEB003}"/>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16" name="Straight Connector 15">
            <a:extLst>
              <a:ext uri="{FF2B5EF4-FFF2-40B4-BE49-F238E27FC236}">
                <a16:creationId xmlns:a16="http://schemas.microsoft.com/office/drawing/2014/main" id="{4F926A3E-707E-8CA6-DFD9-FDE70CA34896}"/>
              </a:ext>
            </a:extLst>
          </p:cNvPr>
          <p:cNvCxnSpPr>
            <a:cxnSpLocks/>
          </p:cNvCxnSpPr>
          <p:nvPr/>
        </p:nvCxnSpPr>
        <p:spPr>
          <a:xfrm>
            <a:off x="2899086"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05F551DA-7593-8CE8-512A-2CF19A5FEED9}"/>
              </a:ext>
            </a:extLst>
          </p:cNvPr>
          <p:cNvGrpSpPr/>
          <p:nvPr/>
        </p:nvGrpSpPr>
        <p:grpSpPr>
          <a:xfrm>
            <a:off x="803185" y="0"/>
            <a:ext cx="10585629" cy="6858000"/>
            <a:chOff x="803185" y="0"/>
            <a:chExt cx="10585629" cy="6858000"/>
          </a:xfrm>
        </p:grpSpPr>
        <p:cxnSp>
          <p:nvCxnSpPr>
            <p:cNvPr id="7" name="Straight Connector 6">
              <a:extLst>
                <a:ext uri="{FF2B5EF4-FFF2-40B4-BE49-F238E27FC236}">
                  <a16:creationId xmlns:a16="http://schemas.microsoft.com/office/drawing/2014/main" id="{DE1E5FA2-0258-F65F-0046-4F63C680164A}"/>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7C2681D-C958-88C3-4FE4-BD36D597EB75}"/>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6A1CB91-86F4-F718-46CE-4C26351E5D6F}"/>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0B704D5-99FF-334E-D340-F640FC2846DE}"/>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22728353"/>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17">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7772400" cy="914400"/>
          </a:xfrm>
        </p:spPr>
        <p:txBody>
          <a:bodyPr anchor="b">
            <a:noAutofit/>
          </a:bodyPr>
          <a:lstStyle>
            <a:lvl1pPr>
              <a:defRPr sz="320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59510D14-6E1B-BEBD-9ECF-6FD664E6D6C0}"/>
              </a:ext>
            </a:extLst>
          </p:cNvPr>
          <p:cNvSpPr>
            <a:spLocks noGrp="1"/>
          </p:cNvSpPr>
          <p:nvPr>
            <p:ph type="ftr" sz="quarter" idx="16"/>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207008" y="1828800"/>
            <a:ext cx="7772400" cy="420624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Picture Placeholder 10">
            <a:extLst>
              <a:ext uri="{FF2B5EF4-FFF2-40B4-BE49-F238E27FC236}">
                <a16:creationId xmlns:a16="http://schemas.microsoft.com/office/drawing/2014/main" id="{B0662064-5DE4-D3A3-3200-46801CAA7B41}"/>
              </a:ext>
            </a:extLst>
          </p:cNvPr>
          <p:cNvSpPr>
            <a:spLocks noGrp="1"/>
          </p:cNvSpPr>
          <p:nvPr>
            <p:ph type="pic" sz="quarter" idx="13" hasCustomPrompt="1"/>
          </p:nvPr>
        </p:nvSpPr>
        <p:spPr>
          <a:xfrm>
            <a:off x="9287478" y="393289"/>
            <a:ext cx="2084255" cy="6051054"/>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92" t="148" r="-748" b="-1"/>
            </a:stretch>
          </a:blipFill>
        </p:spPr>
        <p:txBody>
          <a:bodyPr/>
          <a:lstStyle>
            <a:lvl1pPr marL="0" indent="0">
              <a:buNone/>
              <a:defRPr/>
            </a:lvl1pPr>
          </a:lstStyle>
          <a:p>
            <a:r>
              <a:rPr lang="en-US"/>
              <a:t> </a:t>
            </a:r>
          </a:p>
        </p:txBody>
      </p:sp>
      <p:sp>
        <p:nvSpPr>
          <p:cNvPr id="3" name="Date Placeholder 2">
            <a:extLst>
              <a:ext uri="{FF2B5EF4-FFF2-40B4-BE49-F238E27FC236}">
                <a16:creationId xmlns:a16="http://schemas.microsoft.com/office/drawing/2014/main" id="{872CB399-7148-CC45-1784-53BEB8322750}"/>
              </a:ext>
            </a:extLst>
          </p:cNvPr>
          <p:cNvSpPr>
            <a:spLocks noGrp="1"/>
          </p:cNvSpPr>
          <p:nvPr>
            <p:ph type="dt" sz="half" idx="15"/>
          </p:nvPr>
        </p:nvSpPr>
        <p:spPr/>
        <p:txBody>
          <a:bodyPr/>
          <a:lstStyle>
            <a:lvl1pPr>
              <a:defRPr>
                <a:solidFill>
                  <a:schemeClr val="tx1"/>
                </a:solidFill>
              </a:defRPr>
            </a:lvl1pPr>
          </a:lstStyle>
          <a:p>
            <a:fld id="{BC634302-EDB4-4C38-AE4F-99E11593A1F0}" type="datetime1">
              <a:rPr lang="en-US" smtClean="0"/>
              <a:t>3/30/2026</a:t>
            </a:fld>
            <a:endParaRPr lang="en-US"/>
          </a:p>
        </p:txBody>
      </p:sp>
      <p:sp>
        <p:nvSpPr>
          <p:cNvPr id="5" name="Slide Number Placeholder 4">
            <a:extLst>
              <a:ext uri="{FF2B5EF4-FFF2-40B4-BE49-F238E27FC236}">
                <a16:creationId xmlns:a16="http://schemas.microsoft.com/office/drawing/2014/main" id="{32103136-9022-B685-BD72-AA2F8D6F1DB3}"/>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17" name="Straight Connector 16">
            <a:extLst>
              <a:ext uri="{FF2B5EF4-FFF2-40B4-BE49-F238E27FC236}">
                <a16:creationId xmlns:a16="http://schemas.microsoft.com/office/drawing/2014/main" id="{E8D7FB67-CB66-8B73-E144-D9B0FD1BF4CC}"/>
              </a:ext>
            </a:extLst>
          </p:cNvPr>
          <p:cNvCxnSpPr/>
          <p:nvPr/>
        </p:nvCxnSpPr>
        <p:spPr>
          <a:xfrm>
            <a:off x="9250563"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5C050196-5CDD-7D23-C735-405CCFDE0F53}"/>
              </a:ext>
            </a:extLst>
          </p:cNvPr>
          <p:cNvGrpSpPr/>
          <p:nvPr/>
        </p:nvGrpSpPr>
        <p:grpSpPr>
          <a:xfrm>
            <a:off x="803185" y="0"/>
            <a:ext cx="10585629" cy="6858000"/>
            <a:chOff x="803185" y="0"/>
            <a:chExt cx="10585629" cy="6858000"/>
          </a:xfrm>
        </p:grpSpPr>
        <p:cxnSp>
          <p:nvCxnSpPr>
            <p:cNvPr id="7" name="Straight Connector 6">
              <a:extLst>
                <a:ext uri="{FF2B5EF4-FFF2-40B4-BE49-F238E27FC236}">
                  <a16:creationId xmlns:a16="http://schemas.microsoft.com/office/drawing/2014/main" id="{7915F7F2-4F99-DBC2-59AE-D63FDE09B1F3}"/>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337699A-63EB-A2E6-B9B8-E85B7B64F027}"/>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0BE2E12-53E7-56D7-104B-F918B8D53724}"/>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CBDF578-3A17-02BF-93ED-AF5F8E7F4A52}"/>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55660476"/>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ntent with Picture 18">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45108" y="786384"/>
            <a:ext cx="4023360" cy="1280160"/>
          </a:xfrm>
        </p:spPr>
        <p:txBody>
          <a:bodyPr>
            <a:normAutofit/>
          </a:bodyPr>
          <a:lstStyle>
            <a:lvl1pPr>
              <a:defRPr sz="32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220455" y="2396086"/>
            <a:ext cx="4070907" cy="3637825"/>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t="-1" b="-11100"/>
            </a:stretch>
          </a:blipFill>
          <a:ln w="6350">
            <a:solidFill>
              <a:schemeClr val="tx1"/>
            </a:solidFill>
          </a:ln>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669280" y="786384"/>
            <a:ext cx="5303520" cy="530352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378A9400-0F8A-40AD-9C7D-D04C05A686BB}" type="datetime1">
              <a:rPr lang="en-US" smtClean="0"/>
              <a:t>3/30/2026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grpSp>
        <p:nvGrpSpPr>
          <p:cNvPr id="3" name="Group 2">
            <a:extLst>
              <a:ext uri="{FF2B5EF4-FFF2-40B4-BE49-F238E27FC236}">
                <a16:creationId xmlns:a16="http://schemas.microsoft.com/office/drawing/2014/main" id="{0349E27E-A638-3E50-4392-58116C1AACD3}"/>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522E0D86-7613-34C8-CDC4-C77532A2263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AB29EB0-E237-1D57-CA8E-EAD308E9C0C6}"/>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86316C5-C89C-53D5-EDF8-06B3752F88A5}"/>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22B727D-16F7-192C-BDC7-987EE4A4BF92}"/>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227378989"/>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ntent with Picture 19">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45108" y="786384"/>
            <a:ext cx="2834640" cy="1453896"/>
          </a:xfrm>
        </p:spPr>
        <p:txBody>
          <a:bodyPr anchor="t">
            <a:normAutofit/>
          </a:bodyPr>
          <a:lstStyle>
            <a:lvl1pPr>
              <a:defRPr sz="32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220457" y="2388928"/>
            <a:ext cx="2859291" cy="3644982"/>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t="-1" b="-10882"/>
            </a:stretch>
          </a:blipFill>
          <a:ln w="6350">
            <a:solidFill>
              <a:schemeClr val="tx1"/>
            </a:solidFill>
          </a:ln>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480560" y="786384"/>
            <a:ext cx="6492240" cy="548640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F0AAA33B-7B4C-4CA5-AD3F-802C7D7897C7}" type="datetime1">
              <a:rPr lang="en-US" smtClean="0"/>
              <a:t>3/30/2026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grpSp>
        <p:nvGrpSpPr>
          <p:cNvPr id="3" name="Group 2">
            <a:extLst>
              <a:ext uri="{FF2B5EF4-FFF2-40B4-BE49-F238E27FC236}">
                <a16:creationId xmlns:a16="http://schemas.microsoft.com/office/drawing/2014/main" id="{07B351E8-DE44-EF78-C152-3A103EEBFEAE}"/>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E9CEF53B-E5B3-5228-FC6C-55411F158D8A}"/>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B08AC4D-0833-297F-6CBF-8A5D8729D997}"/>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CE625D5-BBCB-B34F-682F-6A7EBBD42572}"/>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E36439E-B9F9-BC55-6D36-2CBD97558C57}"/>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85566862"/>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199019" y="4634716"/>
            <a:ext cx="5897880" cy="1353312"/>
          </a:xfrm>
        </p:spPr>
        <p:txBody>
          <a:bodyPr>
            <a:normAutofit/>
          </a:bodyPr>
          <a:lstStyle>
            <a:lvl1pPr>
              <a:lnSpc>
                <a:spcPct val="120000"/>
              </a:lnSpc>
              <a:defRPr sz="2400" b="0" i="0" cap="none" baseline="0">
                <a:solidFill>
                  <a:schemeClr val="tx1"/>
                </a:solidFill>
                <a:latin typeface="+mj-lt"/>
              </a:defRPr>
            </a:lvl1pPr>
          </a:lstStyle>
          <a:p>
            <a:r>
              <a:rPr lang="en-US"/>
              <a:t>Click to edit Master title style</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1207008" y="603503"/>
            <a:ext cx="9601200" cy="4334256"/>
          </a:xfrm>
        </p:spPr>
        <p:txBody>
          <a:bodyPr anchor="b">
            <a:normAutofit/>
          </a:bodyPr>
          <a:lstStyle>
            <a:lvl1pPr marL="0" indent="0">
              <a:lnSpc>
                <a:spcPct val="90000"/>
              </a:lnSpc>
              <a:spcBef>
                <a:spcPts val="0"/>
              </a:spcBef>
              <a:buNone/>
              <a:defRPr sz="30000" b="0" i="0">
                <a:solidFill>
                  <a:schemeClr val="tx1"/>
                </a:solidFill>
                <a:latin typeface="+mn-lt"/>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23E33F43-D372-4092-9463-D8C0DAA92373}" type="datetime1">
              <a:rPr lang="en-US" smtClean="0"/>
              <a:t>3/30/2026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grpSp>
        <p:nvGrpSpPr>
          <p:cNvPr id="6" name="Group 5">
            <a:extLst>
              <a:ext uri="{FF2B5EF4-FFF2-40B4-BE49-F238E27FC236}">
                <a16:creationId xmlns:a16="http://schemas.microsoft.com/office/drawing/2014/main" id="{503498D5-7EC6-8C79-86BA-7C39A73A10D4}"/>
              </a:ext>
            </a:extLst>
          </p:cNvPr>
          <p:cNvGrpSpPr/>
          <p:nvPr/>
        </p:nvGrpSpPr>
        <p:grpSpPr>
          <a:xfrm>
            <a:off x="803185" y="0"/>
            <a:ext cx="10585629" cy="6858000"/>
            <a:chOff x="803185" y="0"/>
            <a:chExt cx="10585629" cy="6858000"/>
          </a:xfrm>
        </p:grpSpPr>
        <p:cxnSp>
          <p:nvCxnSpPr>
            <p:cNvPr id="8" name="Straight Connector 7">
              <a:extLst>
                <a:ext uri="{FF2B5EF4-FFF2-40B4-BE49-F238E27FC236}">
                  <a16:creationId xmlns:a16="http://schemas.microsoft.com/office/drawing/2014/main" id="{DFE65860-291D-DD0A-0AF6-EB6BDAF11248}"/>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1D542EDA-61BE-919A-EA3E-08EBB658FD72}"/>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9E31BBA-19B1-9E32-10DC-6E50B5D242DB}"/>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40D6BDC-E9D3-BF86-AB1A-64748EAD4D44}"/>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1683270"/>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Number Larg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3352800" y="4193183"/>
            <a:ext cx="5486400" cy="1005840"/>
          </a:xfrm>
        </p:spPr>
        <p:txBody>
          <a:bodyPr>
            <a:normAutofit/>
          </a:bodyPr>
          <a:lstStyle>
            <a:lvl1pPr algn="ctr">
              <a:lnSpc>
                <a:spcPct val="110000"/>
              </a:lnSpc>
              <a:defRPr sz="2400" b="0" i="0" cap="none" baseline="0">
                <a:solidFill>
                  <a:schemeClr val="tx1"/>
                </a:solidFill>
                <a:latin typeface="+mj-lt"/>
              </a:defRPr>
            </a:lvl1pPr>
          </a:lstStyle>
          <a:p>
            <a:r>
              <a:rPr lang="en-US"/>
              <a:t>Click to edit Master title style</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2438400" y="1240974"/>
            <a:ext cx="7315200" cy="3065419"/>
          </a:xfrm>
        </p:spPr>
        <p:txBody>
          <a:bodyPr anchor="b">
            <a:noAutofit/>
          </a:bodyPr>
          <a:lstStyle>
            <a:lvl1pPr marL="0" indent="0" algn="ctr">
              <a:lnSpc>
                <a:spcPct val="90000"/>
              </a:lnSpc>
              <a:buNone/>
              <a:defRPr sz="20000" b="0" i="0">
                <a:solidFill>
                  <a:schemeClr val="tx1"/>
                </a:solidFill>
                <a:latin typeface="+mn-lt"/>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35FAB39A-86A1-48B6-9153-E6011CB46040}" type="datetime1">
              <a:rPr lang="en-US" smtClean="0"/>
              <a:t>3/30/2026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grpSp>
        <p:nvGrpSpPr>
          <p:cNvPr id="6" name="Group 5">
            <a:extLst>
              <a:ext uri="{FF2B5EF4-FFF2-40B4-BE49-F238E27FC236}">
                <a16:creationId xmlns:a16="http://schemas.microsoft.com/office/drawing/2014/main" id="{F8D5DE95-288B-FAB7-3326-9E5BFCE5B746}"/>
              </a:ext>
            </a:extLst>
          </p:cNvPr>
          <p:cNvGrpSpPr/>
          <p:nvPr/>
        </p:nvGrpSpPr>
        <p:grpSpPr>
          <a:xfrm>
            <a:off x="795290" y="400467"/>
            <a:ext cx="10603299" cy="6052793"/>
            <a:chOff x="795290" y="400467"/>
            <a:chExt cx="10603299" cy="6052793"/>
          </a:xfrm>
        </p:grpSpPr>
        <p:cxnSp>
          <p:nvCxnSpPr>
            <p:cNvPr id="8" name="Straight Connector 7">
              <a:extLst>
                <a:ext uri="{FF2B5EF4-FFF2-40B4-BE49-F238E27FC236}">
                  <a16:creationId xmlns:a16="http://schemas.microsoft.com/office/drawing/2014/main" id="{484611E9-169A-4656-2416-A78901FFF7E6}"/>
                </a:ext>
              </a:extLst>
            </p:cNvPr>
            <p:cNvCxnSpPr>
              <a:cxnSpLocks/>
            </p:cNvCxnSpPr>
            <p:nvPr/>
          </p:nvCxnSpPr>
          <p:spPr>
            <a:xfrm>
              <a:off x="797169" y="96634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D14C6CB-F651-2912-3E36-09C365D55330}"/>
                </a:ext>
              </a:extLst>
            </p:cNvPr>
            <p:cNvCxnSpPr>
              <a:cxnSpLocks/>
            </p:cNvCxnSpPr>
            <p:nvPr/>
          </p:nvCxnSpPr>
          <p:spPr>
            <a:xfrm>
              <a:off x="795290" y="589397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DB412A5-131A-058B-C206-D8CE2D23F5F4}"/>
                </a:ext>
              </a:extLst>
            </p:cNvPr>
            <p:cNvCxnSpPr>
              <a:cxnSpLocks/>
            </p:cNvCxnSpPr>
            <p:nvPr/>
          </p:nvCxnSpPr>
          <p:spPr>
            <a:xfrm>
              <a:off x="6096000" y="400467"/>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CFD5865-7471-0A98-E714-A522448C7F14}"/>
                </a:ext>
              </a:extLst>
            </p:cNvPr>
            <p:cNvCxnSpPr>
              <a:cxnSpLocks/>
            </p:cNvCxnSpPr>
            <p:nvPr/>
          </p:nvCxnSpPr>
          <p:spPr>
            <a:xfrm>
              <a:off x="6096000" y="5887384"/>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941C1E35-5D55-2FA3-7A17-EBD8530A4248}"/>
              </a:ext>
            </a:extLst>
          </p:cNvPr>
          <p:cNvGrpSpPr/>
          <p:nvPr/>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E383D922-3CCD-2925-A440-432366817A2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D335464-04F4-7CE0-7F26-F8015820B233}"/>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4A45CF0-48C0-1646-B20C-11D8E8585904}"/>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5A20515-3DFE-12B8-CD96-E3A75B4B7E25}"/>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81763552"/>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Number Large 3">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26D58EB7-9EC7-5A50-30A3-E2D9EDD0FF85}"/>
              </a:ext>
            </a:extLst>
          </p:cNvPr>
          <p:cNvSpPr>
            <a:spLocks noGrp="1"/>
          </p:cNvSpPr>
          <p:nvPr>
            <p:ph type="title"/>
          </p:nvPr>
        </p:nvSpPr>
        <p:spPr>
          <a:xfrm>
            <a:off x="6327018" y="1599060"/>
            <a:ext cx="5052018" cy="3658736"/>
          </a:xfrm>
        </p:spPr>
        <p:txBody>
          <a:bodyPr anchor="ctr">
            <a:normAutofit/>
          </a:bodyPr>
          <a:lstStyle>
            <a:lvl1pPr>
              <a:defRPr sz="2400" cap="none" baseline="0">
                <a:latin typeface="+mn-lt"/>
              </a:defRPr>
            </a:lvl1pPr>
          </a:lstStyle>
          <a:p>
            <a:r>
              <a:rPr lang="en-US"/>
              <a:t>Click to edit Master title style</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9" name="Content Placeholder 18">
            <a:extLst>
              <a:ext uri="{FF2B5EF4-FFF2-40B4-BE49-F238E27FC236}">
                <a16:creationId xmlns:a16="http://schemas.microsoft.com/office/drawing/2014/main" id="{DE2753DF-FB9B-AECE-E745-E846066B1745}"/>
              </a:ext>
            </a:extLst>
          </p:cNvPr>
          <p:cNvSpPr>
            <a:spLocks noGrp="1"/>
          </p:cNvSpPr>
          <p:nvPr>
            <p:ph sz="quarter" idx="14" hasCustomPrompt="1"/>
          </p:nvPr>
        </p:nvSpPr>
        <p:spPr>
          <a:xfrm>
            <a:off x="914400" y="1600200"/>
            <a:ext cx="5140325" cy="3657600"/>
          </a:xfrm>
        </p:spPr>
        <p:txBody>
          <a:bodyPr anchor="ctr">
            <a:normAutofit/>
          </a:bodyPr>
          <a:lstStyle>
            <a:lvl1pPr marL="0" indent="0">
              <a:lnSpc>
                <a:spcPct val="90000"/>
              </a:lnSpc>
              <a:buNone/>
              <a:defRPr sz="20000"/>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484550B5-6894-4BAB-BE29-52F47C1325C5}" type="datetime1">
              <a:rPr lang="en-US" smtClean="0"/>
              <a:t>3/30/2026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grpSp>
        <p:nvGrpSpPr>
          <p:cNvPr id="6" name="Group 5">
            <a:extLst>
              <a:ext uri="{FF2B5EF4-FFF2-40B4-BE49-F238E27FC236}">
                <a16:creationId xmlns:a16="http://schemas.microsoft.com/office/drawing/2014/main" id="{F8D5DE95-288B-FAB7-3326-9E5BFCE5B746}"/>
              </a:ext>
            </a:extLst>
          </p:cNvPr>
          <p:cNvGrpSpPr/>
          <p:nvPr/>
        </p:nvGrpSpPr>
        <p:grpSpPr>
          <a:xfrm>
            <a:off x="795290" y="400467"/>
            <a:ext cx="10603299" cy="6052793"/>
            <a:chOff x="795290" y="400467"/>
            <a:chExt cx="10603299" cy="6052793"/>
          </a:xfrm>
        </p:grpSpPr>
        <p:cxnSp>
          <p:nvCxnSpPr>
            <p:cNvPr id="8" name="Straight Connector 7">
              <a:extLst>
                <a:ext uri="{FF2B5EF4-FFF2-40B4-BE49-F238E27FC236}">
                  <a16:creationId xmlns:a16="http://schemas.microsoft.com/office/drawing/2014/main" id="{484611E9-169A-4656-2416-A78901FFF7E6}"/>
                </a:ext>
              </a:extLst>
            </p:cNvPr>
            <p:cNvCxnSpPr>
              <a:cxnSpLocks/>
            </p:cNvCxnSpPr>
            <p:nvPr/>
          </p:nvCxnSpPr>
          <p:spPr>
            <a:xfrm>
              <a:off x="797169" y="96634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D14C6CB-F651-2912-3E36-09C365D55330}"/>
                </a:ext>
              </a:extLst>
            </p:cNvPr>
            <p:cNvCxnSpPr>
              <a:cxnSpLocks/>
            </p:cNvCxnSpPr>
            <p:nvPr/>
          </p:nvCxnSpPr>
          <p:spPr>
            <a:xfrm>
              <a:off x="795290" y="589397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DB412A5-131A-058B-C206-D8CE2D23F5F4}"/>
                </a:ext>
              </a:extLst>
            </p:cNvPr>
            <p:cNvCxnSpPr>
              <a:cxnSpLocks/>
            </p:cNvCxnSpPr>
            <p:nvPr/>
          </p:nvCxnSpPr>
          <p:spPr>
            <a:xfrm>
              <a:off x="6096000" y="400467"/>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CFD5865-7471-0A98-E714-A522448C7F14}"/>
                </a:ext>
              </a:extLst>
            </p:cNvPr>
            <p:cNvCxnSpPr>
              <a:cxnSpLocks/>
            </p:cNvCxnSpPr>
            <p:nvPr/>
          </p:nvCxnSpPr>
          <p:spPr>
            <a:xfrm>
              <a:off x="6096000" y="5887384"/>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941C1E35-5D55-2FA3-7A17-EBD8530A4248}"/>
              </a:ext>
            </a:extLst>
          </p:cNvPr>
          <p:cNvGrpSpPr/>
          <p:nvPr/>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E383D922-3CCD-2925-A440-432366817A2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D335464-04F4-7CE0-7F26-F8015820B233}"/>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4A45CF0-48C0-1646-B20C-11D8E8585904}"/>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5A20515-3DFE-12B8-CD96-E3A75B4B7E25}"/>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4518631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Number Larg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4495800" y="4131153"/>
            <a:ext cx="3200400" cy="1545336"/>
          </a:xfrm>
          <a:noFill/>
        </p:spPr>
        <p:txBody>
          <a:bodyPr>
            <a:normAutofit/>
          </a:bodyPr>
          <a:lstStyle>
            <a:lvl1pPr algn="ctr">
              <a:lnSpc>
                <a:spcPct val="110000"/>
              </a:lnSpc>
              <a:defRPr sz="1600" b="0" i="0" cap="none" baseline="0">
                <a:solidFill>
                  <a:schemeClr val="tx1"/>
                </a:solidFill>
                <a:latin typeface="+mj-lt"/>
              </a:defRPr>
            </a:lvl1pPr>
          </a:lstStyle>
          <a:p>
            <a:r>
              <a:rPr lang="en-US"/>
              <a:t>Click to edit Master title style</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3810000" y="1832029"/>
            <a:ext cx="4572000" cy="2475441"/>
          </a:xfrm>
          <a:noFill/>
        </p:spPr>
        <p:txBody>
          <a:bodyPr anchor="b">
            <a:normAutofit/>
          </a:bodyPr>
          <a:lstStyle>
            <a:lvl1pPr marL="0" indent="0" algn="ctr">
              <a:lnSpc>
                <a:spcPct val="90000"/>
              </a:lnSpc>
              <a:buNone/>
              <a:defRPr sz="15000" b="0" i="0">
                <a:solidFill>
                  <a:schemeClr val="tx1"/>
                </a:solidFill>
                <a:latin typeface="+mn-lt"/>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023644B3-B047-4BDA-A4C8-F5943698F924}" type="datetime1">
              <a:rPr lang="en-US" smtClean="0"/>
              <a:t>3/30/2026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grpSp>
        <p:nvGrpSpPr>
          <p:cNvPr id="6" name="Group 5">
            <a:extLst>
              <a:ext uri="{FF2B5EF4-FFF2-40B4-BE49-F238E27FC236}">
                <a16:creationId xmlns:a16="http://schemas.microsoft.com/office/drawing/2014/main" id="{9F377ED0-0CD0-101F-CACC-5C208B8095EB}"/>
              </a:ext>
            </a:extLst>
          </p:cNvPr>
          <p:cNvGrpSpPr/>
          <p:nvPr/>
        </p:nvGrpSpPr>
        <p:grpSpPr>
          <a:xfrm>
            <a:off x="801384" y="402336"/>
            <a:ext cx="10591869" cy="6053328"/>
            <a:chOff x="801384" y="402336"/>
            <a:chExt cx="10591869" cy="6053328"/>
          </a:xfrm>
        </p:grpSpPr>
        <p:sp>
          <p:nvSpPr>
            <p:cNvPr id="8" name="Oval 7">
              <a:extLst>
                <a:ext uri="{FF2B5EF4-FFF2-40B4-BE49-F238E27FC236}">
                  <a16:creationId xmlns:a16="http://schemas.microsoft.com/office/drawing/2014/main" id="{BB0FAE67-C3ED-90D8-482E-2E87FCA1F01F}"/>
                </a:ext>
              </a:extLst>
            </p:cNvPr>
            <p:cNvSpPr>
              <a:spLocks noChangeAspect="1"/>
            </p:cNvSpPr>
            <p:nvPr/>
          </p:nvSpPr>
          <p:spPr>
            <a:xfrm>
              <a:off x="3069336" y="402336"/>
              <a:ext cx="6053328" cy="6053328"/>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83BE06F7-8D5F-567C-D53C-8F3CFA65C6D8}"/>
                </a:ext>
              </a:extLst>
            </p:cNvPr>
            <p:cNvCxnSpPr>
              <a:cxnSpLocks/>
            </p:cNvCxnSpPr>
            <p:nvPr/>
          </p:nvCxnSpPr>
          <p:spPr>
            <a:xfrm>
              <a:off x="801384" y="3421722"/>
              <a:ext cx="227058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C1729EF-2962-C057-669D-86C7189119A0}"/>
                </a:ext>
              </a:extLst>
            </p:cNvPr>
            <p:cNvCxnSpPr>
              <a:cxnSpLocks/>
            </p:cNvCxnSpPr>
            <p:nvPr/>
          </p:nvCxnSpPr>
          <p:spPr>
            <a:xfrm>
              <a:off x="9122664" y="3421722"/>
              <a:ext cx="227058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 name="Group 10">
            <a:extLst>
              <a:ext uri="{FF2B5EF4-FFF2-40B4-BE49-F238E27FC236}">
                <a16:creationId xmlns:a16="http://schemas.microsoft.com/office/drawing/2014/main" id="{92F37E54-885B-DD4C-C480-18762D2DF579}"/>
              </a:ext>
            </a:extLst>
          </p:cNvPr>
          <p:cNvGrpSpPr/>
          <p:nvPr/>
        </p:nvGrpSpPr>
        <p:grpSpPr>
          <a:xfrm>
            <a:off x="803185" y="0"/>
            <a:ext cx="10585629" cy="6858000"/>
            <a:chOff x="803185" y="0"/>
            <a:chExt cx="10585629" cy="6858000"/>
          </a:xfrm>
        </p:grpSpPr>
        <p:cxnSp>
          <p:nvCxnSpPr>
            <p:cNvPr id="12" name="Straight Connector 11">
              <a:extLst>
                <a:ext uri="{FF2B5EF4-FFF2-40B4-BE49-F238E27FC236}">
                  <a16:creationId xmlns:a16="http://schemas.microsoft.com/office/drawing/2014/main" id="{0CD173DE-2107-A0E3-872C-F0DE9ACA3DC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BFAFD58-96FA-72FC-A387-4EA88A7A5D69}"/>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0CF3863-040E-3592-1588-20A1771871E3}"/>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144D909-6FC8-C0DB-01C7-AFCF7B50FCD5}"/>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9879766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769620" y="-1216560"/>
            <a:ext cx="10652760" cy="1133856"/>
          </a:xfrm>
        </p:spPr>
        <p:txBody>
          <a:bodyPr/>
          <a:lstStyle>
            <a:lvl1pPr>
              <a:defRPr>
                <a:solidFill>
                  <a:schemeClr val="bg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316736" y="1508760"/>
            <a:ext cx="8266176" cy="3840480"/>
          </a:xfrm>
        </p:spPr>
        <p:txBody>
          <a:bodyPr anchor="ctr">
            <a:noAutofit/>
          </a:bodyPr>
          <a:lstStyle>
            <a:lvl1pPr marL="0" indent="0">
              <a:lnSpc>
                <a:spcPct val="100000"/>
              </a:lnSpc>
              <a:buNone/>
              <a:defRPr sz="4000" b="0" cap="all" baseline="0"/>
            </a:lvl1pPr>
            <a:lvl2pPr marL="228600" indent="0">
              <a:lnSpc>
                <a:spcPct val="100000"/>
              </a:lnSpc>
              <a:buNone/>
              <a:defRPr sz="3600" b="0" cap="all" baseline="0"/>
            </a:lvl2pPr>
            <a:lvl3pPr marL="457200" indent="0">
              <a:lnSpc>
                <a:spcPct val="100000"/>
              </a:lnSpc>
              <a:buNone/>
              <a:defRPr sz="3200" b="0" cap="all" baseline="0"/>
            </a:lvl3pPr>
            <a:lvl4pPr marL="685800" indent="0">
              <a:lnSpc>
                <a:spcPct val="100000"/>
              </a:lnSpc>
              <a:buNone/>
              <a:defRPr sz="2400" b="0" cap="all" baseline="0"/>
            </a:lvl4pPr>
            <a:lvl5pPr marL="914400" indent="0">
              <a:lnSpc>
                <a:spcPct val="100000"/>
              </a:lnSpc>
              <a:buNone/>
              <a:defRPr sz="2000" b="0" cap="all" baseline="0"/>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1FA3FFB9-0880-4740-B084-BC51532B8F27}" type="datetime1">
              <a:rPr lang="en-US" smtClean="0"/>
              <a:t>3/30/2026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grpSp>
        <p:nvGrpSpPr>
          <p:cNvPr id="6" name="Group 5">
            <a:extLst>
              <a:ext uri="{FF2B5EF4-FFF2-40B4-BE49-F238E27FC236}">
                <a16:creationId xmlns:a16="http://schemas.microsoft.com/office/drawing/2014/main" id="{E5E2C763-62D0-A1C5-864F-A9FF05C9F944}"/>
              </a:ext>
            </a:extLst>
          </p:cNvPr>
          <p:cNvGrpSpPr/>
          <p:nvPr/>
        </p:nvGrpSpPr>
        <p:grpSpPr>
          <a:xfrm>
            <a:off x="795290" y="400467"/>
            <a:ext cx="10603299" cy="6052793"/>
            <a:chOff x="795290" y="400467"/>
            <a:chExt cx="10603299" cy="6052793"/>
          </a:xfrm>
        </p:grpSpPr>
        <p:cxnSp>
          <p:nvCxnSpPr>
            <p:cNvPr id="8" name="Straight Connector 7">
              <a:extLst>
                <a:ext uri="{FF2B5EF4-FFF2-40B4-BE49-F238E27FC236}">
                  <a16:creationId xmlns:a16="http://schemas.microsoft.com/office/drawing/2014/main" id="{D321B696-8999-0658-38A2-748A73D0777A}"/>
                </a:ext>
              </a:extLst>
            </p:cNvPr>
            <p:cNvCxnSpPr>
              <a:cxnSpLocks/>
            </p:cNvCxnSpPr>
            <p:nvPr/>
          </p:nvCxnSpPr>
          <p:spPr>
            <a:xfrm>
              <a:off x="797169" y="96634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21AECB6-597A-404C-79F2-BDE111DF3683}"/>
                </a:ext>
              </a:extLst>
            </p:cNvPr>
            <p:cNvCxnSpPr>
              <a:cxnSpLocks/>
            </p:cNvCxnSpPr>
            <p:nvPr/>
          </p:nvCxnSpPr>
          <p:spPr>
            <a:xfrm>
              <a:off x="795290" y="589397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081CD60-7C40-DD6A-0B67-9125D3023EAA}"/>
                </a:ext>
              </a:extLst>
            </p:cNvPr>
            <p:cNvCxnSpPr>
              <a:cxnSpLocks/>
            </p:cNvCxnSpPr>
            <p:nvPr/>
          </p:nvCxnSpPr>
          <p:spPr>
            <a:xfrm>
              <a:off x="6096000" y="400467"/>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A77C411-359E-F413-4B4B-544B4258F8D6}"/>
                </a:ext>
              </a:extLst>
            </p:cNvPr>
            <p:cNvCxnSpPr>
              <a:cxnSpLocks/>
            </p:cNvCxnSpPr>
            <p:nvPr/>
          </p:nvCxnSpPr>
          <p:spPr>
            <a:xfrm>
              <a:off x="6096000" y="5887384"/>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66520E9D-E5D8-F168-5659-412DEA7EE638}"/>
              </a:ext>
            </a:extLst>
          </p:cNvPr>
          <p:cNvGrpSpPr/>
          <p:nvPr/>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735C892B-D62F-EE71-21EF-072002481B69}"/>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05C92F6-ED58-2722-DD71-BFD93A79C906}"/>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CFD0132-5667-3403-4950-88D7515B12BA}"/>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EEE9CF1-0848-BE96-4C3D-E4B7E1F4BBA9}"/>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4279867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769620" y="-1234492"/>
            <a:ext cx="10652760" cy="1133856"/>
          </a:xfrm>
        </p:spPr>
        <p:txBody>
          <a:bodyPr/>
          <a:lstStyle>
            <a:lvl1pPr>
              <a:defRPr>
                <a:solidFill>
                  <a:schemeClr val="bg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316736" y="1508760"/>
            <a:ext cx="8266176" cy="3840480"/>
          </a:xfrm>
        </p:spPr>
        <p:txBody>
          <a:bodyPr anchor="t">
            <a:noAutofit/>
          </a:bodyPr>
          <a:lstStyle>
            <a:lvl1pPr marL="0" indent="0">
              <a:lnSpc>
                <a:spcPct val="100000"/>
              </a:lnSpc>
              <a:buNone/>
              <a:defRPr sz="4000" b="0" i="0" cap="all" baseline="0">
                <a:latin typeface="Bahnschrift Light" panose="020B0502040204020203" pitchFamily="34" charset="0"/>
              </a:defRPr>
            </a:lvl1pPr>
            <a:lvl2pPr marL="228600" indent="0">
              <a:lnSpc>
                <a:spcPct val="100000"/>
              </a:lnSpc>
              <a:buNone/>
              <a:defRPr sz="3200" b="0" i="0" cap="all" baseline="0">
                <a:latin typeface="Bahnschrift Light" panose="020B0502040204020203" pitchFamily="34" charset="0"/>
              </a:defRPr>
            </a:lvl2pPr>
            <a:lvl3pPr marL="457200" indent="0">
              <a:lnSpc>
                <a:spcPct val="100000"/>
              </a:lnSpc>
              <a:buNone/>
              <a:defRPr sz="2800" b="0" i="0" cap="all" baseline="0">
                <a:latin typeface="Bahnschrift Light" panose="020B0502040204020203" pitchFamily="34" charset="0"/>
              </a:defRPr>
            </a:lvl3pPr>
            <a:lvl4pPr marL="685800" indent="0">
              <a:lnSpc>
                <a:spcPct val="100000"/>
              </a:lnSpc>
              <a:buNone/>
              <a:defRPr sz="2400" b="0" cap="all" baseline="0"/>
            </a:lvl4pPr>
            <a:lvl5pPr marL="914400" indent="0">
              <a:lnSpc>
                <a:spcPct val="100000"/>
              </a:lnSpc>
              <a:buNone/>
              <a:defRPr sz="2000" b="0" cap="all" baseline="0"/>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a:p>
            <a:pPr lvl="2"/>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0762D9A1-F997-4CCE-B007-8E1943F54374}" type="datetime1">
              <a:rPr lang="en-US" smtClean="0"/>
              <a:t>3/30/2026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grpSp>
        <p:nvGrpSpPr>
          <p:cNvPr id="6" name="Group 5">
            <a:extLst>
              <a:ext uri="{FF2B5EF4-FFF2-40B4-BE49-F238E27FC236}">
                <a16:creationId xmlns:a16="http://schemas.microsoft.com/office/drawing/2014/main" id="{244BA861-592C-64C8-21E6-E3A8D2A72C72}"/>
              </a:ext>
            </a:extLst>
          </p:cNvPr>
          <p:cNvGrpSpPr/>
          <p:nvPr/>
        </p:nvGrpSpPr>
        <p:grpSpPr>
          <a:xfrm>
            <a:off x="795290" y="400467"/>
            <a:ext cx="10603299" cy="6052793"/>
            <a:chOff x="795290" y="400467"/>
            <a:chExt cx="10603299" cy="6052793"/>
          </a:xfrm>
        </p:grpSpPr>
        <p:cxnSp>
          <p:nvCxnSpPr>
            <p:cNvPr id="8" name="Straight Connector 7">
              <a:extLst>
                <a:ext uri="{FF2B5EF4-FFF2-40B4-BE49-F238E27FC236}">
                  <a16:creationId xmlns:a16="http://schemas.microsoft.com/office/drawing/2014/main" id="{3D8A61F8-CE0C-8929-130C-4B75FB1F9373}"/>
                </a:ext>
              </a:extLst>
            </p:cNvPr>
            <p:cNvCxnSpPr>
              <a:cxnSpLocks/>
            </p:cNvCxnSpPr>
            <p:nvPr/>
          </p:nvCxnSpPr>
          <p:spPr>
            <a:xfrm>
              <a:off x="797169" y="96634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5850C77-4C55-0E7C-15E8-B80234EF3D0B}"/>
                </a:ext>
              </a:extLst>
            </p:cNvPr>
            <p:cNvCxnSpPr>
              <a:cxnSpLocks/>
            </p:cNvCxnSpPr>
            <p:nvPr/>
          </p:nvCxnSpPr>
          <p:spPr>
            <a:xfrm>
              <a:off x="795290" y="589397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499978E-99DF-3206-11F9-122473F3CCB5}"/>
                </a:ext>
              </a:extLst>
            </p:cNvPr>
            <p:cNvCxnSpPr>
              <a:cxnSpLocks/>
            </p:cNvCxnSpPr>
            <p:nvPr/>
          </p:nvCxnSpPr>
          <p:spPr>
            <a:xfrm>
              <a:off x="6096000" y="400467"/>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918D896-CC55-8FDC-7842-7EAC1DF7DF7E}"/>
                </a:ext>
              </a:extLst>
            </p:cNvPr>
            <p:cNvCxnSpPr>
              <a:cxnSpLocks/>
            </p:cNvCxnSpPr>
            <p:nvPr/>
          </p:nvCxnSpPr>
          <p:spPr>
            <a:xfrm>
              <a:off x="6096000" y="5887384"/>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330B27C8-C99B-CAB9-24EA-4222A75D3BFC}"/>
              </a:ext>
            </a:extLst>
          </p:cNvPr>
          <p:cNvGrpSpPr/>
          <p:nvPr/>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E09B5103-0315-C48A-F6CB-70023A60377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2A373C0-8904-4E1A-AC77-DB8B14039D33}"/>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A58731C-1E1F-4D5A-81CD-F79CD40172A4}"/>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DE29540-9512-0BC0-7BB2-3B7C57B4C11C}"/>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5552647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768876" y="-1216560"/>
            <a:ext cx="10652760" cy="1133856"/>
          </a:xfrm>
        </p:spPr>
        <p:txBody>
          <a:bodyPr/>
          <a:lstStyle>
            <a:lvl1pPr>
              <a:defRPr>
                <a:solidFill>
                  <a:schemeClr val="bg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316736" y="1508760"/>
            <a:ext cx="8266176" cy="3840480"/>
          </a:xfrm>
        </p:spPr>
        <p:txBody>
          <a:bodyPr anchor="b" anchorCtr="0">
            <a:noAutofit/>
          </a:bodyPr>
          <a:lstStyle>
            <a:lvl1pPr marL="0" indent="0">
              <a:lnSpc>
                <a:spcPct val="100000"/>
              </a:lnSpc>
              <a:buNone/>
              <a:defRPr sz="4000" b="0" i="0" cap="all" baseline="0">
                <a:latin typeface="Bahnschrift Light" panose="020B0502040204020203" pitchFamily="34" charset="0"/>
              </a:defRPr>
            </a:lvl1pPr>
            <a:lvl2pPr marL="228600" indent="0">
              <a:lnSpc>
                <a:spcPct val="100000"/>
              </a:lnSpc>
              <a:buNone/>
              <a:defRPr sz="3200" b="0" i="0" cap="all" baseline="0">
                <a:latin typeface="Bahnschrift Light" panose="020B0502040204020203" pitchFamily="34" charset="0"/>
              </a:defRPr>
            </a:lvl2pPr>
            <a:lvl3pPr marL="457200" indent="0">
              <a:lnSpc>
                <a:spcPct val="100000"/>
              </a:lnSpc>
              <a:buNone/>
              <a:defRPr sz="2800" b="0" i="0" cap="all" baseline="0">
                <a:latin typeface="Bahnschrift Light" panose="020B0502040204020203" pitchFamily="34" charset="0"/>
              </a:defRPr>
            </a:lvl3pPr>
            <a:lvl4pPr marL="685800" indent="0">
              <a:lnSpc>
                <a:spcPct val="100000"/>
              </a:lnSpc>
              <a:buNone/>
              <a:defRPr sz="2400" b="0" cap="all" baseline="0">
                <a:latin typeface="+mn-lt"/>
              </a:defRPr>
            </a:lvl4pPr>
            <a:lvl5pPr marL="914400" indent="0">
              <a:lnSpc>
                <a:spcPct val="100000"/>
              </a:lnSpc>
              <a:buNone/>
              <a:defRPr sz="2000" b="0" cap="all" baseline="0">
                <a:latin typeface="+mn-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0756DE8C-2121-49BB-AB8E-C1253271C3F5}" type="datetime1">
              <a:rPr lang="en-US" smtClean="0"/>
              <a:t>3/30/2026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grpSp>
        <p:nvGrpSpPr>
          <p:cNvPr id="6" name="Group 5">
            <a:extLst>
              <a:ext uri="{FF2B5EF4-FFF2-40B4-BE49-F238E27FC236}">
                <a16:creationId xmlns:a16="http://schemas.microsoft.com/office/drawing/2014/main" id="{244BA861-592C-64C8-21E6-E3A8D2A72C72}"/>
              </a:ext>
            </a:extLst>
          </p:cNvPr>
          <p:cNvGrpSpPr/>
          <p:nvPr/>
        </p:nvGrpSpPr>
        <p:grpSpPr>
          <a:xfrm>
            <a:off x="795290" y="400467"/>
            <a:ext cx="10603299" cy="6052793"/>
            <a:chOff x="795290" y="400467"/>
            <a:chExt cx="10603299" cy="6052793"/>
          </a:xfrm>
        </p:grpSpPr>
        <p:cxnSp>
          <p:nvCxnSpPr>
            <p:cNvPr id="8" name="Straight Connector 7">
              <a:extLst>
                <a:ext uri="{FF2B5EF4-FFF2-40B4-BE49-F238E27FC236}">
                  <a16:creationId xmlns:a16="http://schemas.microsoft.com/office/drawing/2014/main" id="{3D8A61F8-CE0C-8929-130C-4B75FB1F9373}"/>
                </a:ext>
              </a:extLst>
            </p:cNvPr>
            <p:cNvCxnSpPr>
              <a:cxnSpLocks/>
            </p:cNvCxnSpPr>
            <p:nvPr/>
          </p:nvCxnSpPr>
          <p:spPr>
            <a:xfrm>
              <a:off x="797169" y="96634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5850C77-4C55-0E7C-15E8-B80234EF3D0B}"/>
                </a:ext>
              </a:extLst>
            </p:cNvPr>
            <p:cNvCxnSpPr>
              <a:cxnSpLocks/>
            </p:cNvCxnSpPr>
            <p:nvPr/>
          </p:nvCxnSpPr>
          <p:spPr>
            <a:xfrm>
              <a:off x="795290" y="589397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499978E-99DF-3206-11F9-122473F3CCB5}"/>
                </a:ext>
              </a:extLst>
            </p:cNvPr>
            <p:cNvCxnSpPr>
              <a:cxnSpLocks/>
            </p:cNvCxnSpPr>
            <p:nvPr/>
          </p:nvCxnSpPr>
          <p:spPr>
            <a:xfrm>
              <a:off x="6096000" y="400467"/>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918D896-CC55-8FDC-7842-7EAC1DF7DF7E}"/>
                </a:ext>
              </a:extLst>
            </p:cNvPr>
            <p:cNvCxnSpPr>
              <a:cxnSpLocks/>
            </p:cNvCxnSpPr>
            <p:nvPr/>
          </p:nvCxnSpPr>
          <p:spPr>
            <a:xfrm>
              <a:off x="6096000" y="5887384"/>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B9E57D8C-399F-3BB4-D3B3-9395E8D16134}"/>
              </a:ext>
            </a:extLst>
          </p:cNvPr>
          <p:cNvGrpSpPr/>
          <p:nvPr/>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67E0EF0C-412A-ADAE-8DDB-3A86E36BA367}"/>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26CD944-3487-D02F-D76E-6C8CB5BC62E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4FB68B7-02B4-42EE-A7A2-E1DD0D7EF7A3}"/>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F5998EB-9F08-520A-8AE0-AC842E252662}"/>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2298757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tx1"/>
        </a:solidFill>
        <a:effectLst/>
      </p:bgPr>
    </p:bg>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D020C093-E585-447D-B145-C13F5660ED16}"/>
              </a:ext>
            </a:extLst>
          </p:cNvPr>
          <p:cNvSpPr>
            <a:spLocks noGrp="1"/>
          </p:cNvSpPr>
          <p:nvPr>
            <p:ph type="title" hasCustomPrompt="1"/>
          </p:nvPr>
        </p:nvSpPr>
        <p:spPr>
          <a:xfrm>
            <a:off x="1524000" y="4965193"/>
            <a:ext cx="9144000" cy="1105229"/>
          </a:xfrm>
        </p:spPr>
        <p:txBody>
          <a:bodyPr anchor="ctr">
            <a:normAutofit/>
          </a:bodyPr>
          <a:lstStyle>
            <a:lvl1pPr>
              <a:defRPr sz="1600" cap="none" baseline="0">
                <a:solidFill>
                  <a:schemeClr val="bg1"/>
                </a:solidFill>
                <a:latin typeface="+mn-lt"/>
              </a:defRPr>
            </a:lvl1pPr>
          </a:lstStyle>
          <a:p>
            <a:r>
              <a:rPr lang="en-US"/>
              <a:t>Quote Author</a:t>
            </a:r>
          </a:p>
        </p:txBody>
      </p:sp>
      <p:sp>
        <p:nvSpPr>
          <p:cNvPr id="9" name="Footer Placeholder 8">
            <a:extLst>
              <a:ext uri="{FF2B5EF4-FFF2-40B4-BE49-F238E27FC236}">
                <a16:creationId xmlns:a16="http://schemas.microsoft.com/office/drawing/2014/main" id="{6AD2DEB7-F276-E60E-F5A1-0F02C54BDF9C}"/>
              </a:ext>
            </a:extLst>
          </p:cNvPr>
          <p:cNvSpPr>
            <a:spLocks noGrp="1"/>
          </p:cNvSpPr>
          <p:nvPr>
            <p:ph type="ftr" sz="quarter" idx="15"/>
          </p:nvPr>
        </p:nvSpPr>
        <p:spPr/>
        <p:txBody>
          <a:bodyPr/>
          <a:lstStyle>
            <a:lvl1pPr>
              <a:defRPr>
                <a:solidFill>
                  <a:schemeClr val="bg1"/>
                </a:solidFill>
              </a:defRPr>
            </a:lvl1pPr>
          </a:lstStyle>
          <a:p>
            <a:r>
              <a:rPr lang="en-US"/>
              <a:t>SAMPLE FOOTER TEXT</a:t>
            </a:r>
          </a:p>
        </p:txBody>
      </p:sp>
      <p:sp>
        <p:nvSpPr>
          <p:cNvPr id="5" name="Content Placeholder 4">
            <a:extLst>
              <a:ext uri="{FF2B5EF4-FFF2-40B4-BE49-F238E27FC236}">
                <a16:creationId xmlns:a16="http://schemas.microsoft.com/office/drawing/2014/main" id="{CFF91B2D-44E4-C3B1-BD5E-A10AC8543D25}"/>
              </a:ext>
            </a:extLst>
          </p:cNvPr>
          <p:cNvSpPr>
            <a:spLocks noGrp="1"/>
          </p:cNvSpPr>
          <p:nvPr>
            <p:ph sz="quarter" idx="17" hasCustomPrompt="1"/>
          </p:nvPr>
        </p:nvSpPr>
        <p:spPr>
          <a:xfrm>
            <a:off x="1524000" y="1006475"/>
            <a:ext cx="9144000" cy="2925763"/>
          </a:xfrm>
        </p:spPr>
        <p:txBody>
          <a:bodyPr anchor="ctr">
            <a:normAutofit/>
          </a:bodyPr>
          <a:lstStyle>
            <a:lvl1pPr marL="0" indent="0">
              <a:buNone/>
              <a:defRPr sz="4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Quote</a:t>
            </a:r>
          </a:p>
        </p:txBody>
      </p:sp>
      <p:cxnSp>
        <p:nvCxnSpPr>
          <p:cNvPr id="6" name="Straight Connector 5">
            <a:extLst>
              <a:ext uri="{FF2B5EF4-FFF2-40B4-BE49-F238E27FC236}">
                <a16:creationId xmlns:a16="http://schemas.microsoft.com/office/drawing/2014/main" id="{B94927EC-ED75-B33D-1D89-85EE4258FB86}"/>
              </a:ext>
            </a:extLst>
          </p:cNvPr>
          <p:cNvCxnSpPr>
            <a:cxnSpLocks/>
          </p:cNvCxnSpPr>
          <p:nvPr/>
        </p:nvCxnSpPr>
        <p:spPr>
          <a:xfrm>
            <a:off x="799908" y="4572000"/>
            <a:ext cx="106014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 name="Date Placeholder 7">
            <a:extLst>
              <a:ext uri="{FF2B5EF4-FFF2-40B4-BE49-F238E27FC236}">
                <a16:creationId xmlns:a16="http://schemas.microsoft.com/office/drawing/2014/main" id="{17816284-1868-D968-9C16-5FE2038BC6D8}"/>
              </a:ext>
            </a:extLst>
          </p:cNvPr>
          <p:cNvSpPr>
            <a:spLocks noGrp="1"/>
          </p:cNvSpPr>
          <p:nvPr>
            <p:ph type="dt" sz="half" idx="14"/>
          </p:nvPr>
        </p:nvSpPr>
        <p:spPr/>
        <p:txBody>
          <a:bodyPr/>
          <a:lstStyle>
            <a:lvl1pPr>
              <a:defRPr>
                <a:solidFill>
                  <a:schemeClr val="bg1"/>
                </a:solidFill>
              </a:defRPr>
            </a:lvl1pPr>
          </a:lstStyle>
          <a:p>
            <a:fld id="{92342CCE-AAE1-4428-AAFD-18D6AED5F8E7}" type="datetime1">
              <a:rPr lang="en-US" smtClean="0"/>
              <a:t>3/30/2026</a:t>
            </a:fld>
            <a:endParaRPr lang="en-US"/>
          </a:p>
        </p:txBody>
      </p:sp>
      <p:sp>
        <p:nvSpPr>
          <p:cNvPr id="10" name="Slide Number Placeholder 9">
            <a:extLst>
              <a:ext uri="{FF2B5EF4-FFF2-40B4-BE49-F238E27FC236}">
                <a16:creationId xmlns:a16="http://schemas.microsoft.com/office/drawing/2014/main" id="{764E6AE7-6445-C0E9-7714-3905800EE346}"/>
              </a:ext>
            </a:extLst>
          </p:cNvPr>
          <p:cNvSpPr>
            <a:spLocks noGrp="1"/>
          </p:cNvSpPr>
          <p:nvPr>
            <p:ph type="sldNum" sz="quarter" idx="16"/>
          </p:nvPr>
        </p:nvSpPr>
        <p:spPr/>
        <p:txBody>
          <a:bodyPr/>
          <a:lstStyle>
            <a:lvl1pPr>
              <a:defRPr>
                <a:solidFill>
                  <a:schemeClr val="bg1"/>
                </a:solidFill>
              </a:defRPr>
            </a:lvl1pPr>
          </a:lstStyle>
          <a:p>
            <a:fld id="{CC057153-B650-4DEB-B370-79DDCFDCE934}" type="slidenum">
              <a:rPr lang="en-US" smtClean="0"/>
              <a:pPr/>
              <a:t>‹#›</a:t>
            </a:fld>
            <a:endParaRPr lang="en-US"/>
          </a:p>
        </p:txBody>
      </p:sp>
      <p:grpSp>
        <p:nvGrpSpPr>
          <p:cNvPr id="11" name="Group 10">
            <a:extLst>
              <a:ext uri="{FF2B5EF4-FFF2-40B4-BE49-F238E27FC236}">
                <a16:creationId xmlns:a16="http://schemas.microsoft.com/office/drawing/2014/main" id="{DB64FFC6-B9C5-5A14-BCDE-0FACA9EED39A}"/>
              </a:ext>
            </a:extLst>
          </p:cNvPr>
          <p:cNvGrpSpPr/>
          <p:nvPr/>
        </p:nvGrpSpPr>
        <p:grpSpPr>
          <a:xfrm>
            <a:off x="803185" y="0"/>
            <a:ext cx="10585629" cy="6858000"/>
            <a:chOff x="803185" y="0"/>
            <a:chExt cx="10585629" cy="6858000"/>
          </a:xfrm>
        </p:grpSpPr>
        <p:cxnSp>
          <p:nvCxnSpPr>
            <p:cNvPr id="12" name="Straight Connector 11">
              <a:extLst>
                <a:ext uri="{FF2B5EF4-FFF2-40B4-BE49-F238E27FC236}">
                  <a16:creationId xmlns:a16="http://schemas.microsoft.com/office/drawing/2014/main" id="{A45BAA9C-294C-90CA-EE5A-ED75E616517F}"/>
                </a:ext>
              </a:extLst>
            </p:cNvPr>
            <p:cNvCxnSpPr/>
            <p:nvPr/>
          </p:nvCxnSpPr>
          <p:spPr>
            <a:xfrm>
              <a:off x="804672"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C127FFD-0227-7A04-CAE1-B0476A186E27}"/>
                </a:ext>
              </a:extLst>
            </p:cNvPr>
            <p:cNvCxnSpPr>
              <a:cxnSpLocks/>
            </p:cNvCxnSpPr>
            <p:nvPr/>
          </p:nvCxnSpPr>
          <p:spPr>
            <a:xfrm>
              <a:off x="803185" y="393192"/>
              <a:ext cx="105841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EBB871B-1B46-69D5-1EA9-A5D3125C1745}"/>
                </a:ext>
              </a:extLst>
            </p:cNvPr>
            <p:cNvCxnSpPr>
              <a:cxnSpLocks/>
            </p:cNvCxnSpPr>
            <p:nvPr/>
          </p:nvCxnSpPr>
          <p:spPr>
            <a:xfrm>
              <a:off x="11388814"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29C52E0-6299-124E-DEAC-88A5054BB45E}"/>
                </a:ext>
              </a:extLst>
            </p:cNvPr>
            <p:cNvCxnSpPr>
              <a:cxnSpLocks/>
            </p:cNvCxnSpPr>
            <p:nvPr/>
          </p:nvCxnSpPr>
          <p:spPr>
            <a:xfrm>
              <a:off x="803185" y="6452119"/>
              <a:ext cx="105841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58975047"/>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Quote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207008" y="5947574"/>
            <a:ext cx="8805672" cy="466344"/>
          </a:xfrm>
        </p:spPr>
        <p:txBody>
          <a:bodyPr anchor="ctr">
            <a:normAutofit/>
          </a:bodyPr>
          <a:lstStyle>
            <a:lvl1pPr>
              <a:lnSpc>
                <a:spcPct val="120000"/>
              </a:lnSpc>
              <a:defRPr sz="1600" b="0" i="0" cap="none" baseline="0">
                <a:solidFill>
                  <a:schemeClr val="bg1"/>
                </a:solidFill>
                <a:latin typeface="+mn-lt"/>
              </a:defRPr>
            </a:lvl1pPr>
          </a:lstStyle>
          <a:p>
            <a:r>
              <a:rPr lang="en-US"/>
              <a:t>Quote Author</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207008" y="822960"/>
            <a:ext cx="8961120" cy="3474720"/>
          </a:xfrm>
        </p:spPr>
        <p:txBody>
          <a:bodyPr anchor="t" anchorCtr="0">
            <a:normAutofit/>
          </a:bodyPr>
          <a:lstStyle>
            <a:lvl1pPr marL="164592" indent="-164592">
              <a:lnSpc>
                <a:spcPct val="100000"/>
              </a:lnSpc>
              <a:spcBef>
                <a:spcPts val="0"/>
              </a:spcBef>
              <a:buNone/>
              <a:defRPr sz="4200" b="0" i="0">
                <a:solidFill>
                  <a:schemeClr val="bg1"/>
                </a:solidFill>
                <a:latin typeface="Bahnschrift Light" panose="020B0502040204020203" pitchFamily="34" charset="0"/>
              </a:defRPr>
            </a:lvl1pPr>
          </a:lstStyle>
          <a:p>
            <a:pPr lvl="0"/>
            <a:r>
              <a:rPr lang="en-US"/>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bg1"/>
                </a:solidFill>
              </a:defRPr>
            </a:lvl1pPr>
          </a:lstStyle>
          <a:p>
            <a:fld id="{1051D386-7935-4182-861C-A013C161AEB1}" type="datetime1">
              <a:rPr lang="en-US" smtClean="0"/>
              <a:t>3/30/2026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cxnSp>
        <p:nvCxnSpPr>
          <p:cNvPr id="6" name="Straight Connector 5">
            <a:extLst>
              <a:ext uri="{FF2B5EF4-FFF2-40B4-BE49-F238E27FC236}">
                <a16:creationId xmlns:a16="http://schemas.microsoft.com/office/drawing/2014/main" id="{5F3E5CAD-77F4-3496-0EBB-8BDE29A00533}"/>
              </a:ext>
            </a:extLst>
          </p:cNvPr>
          <p:cNvCxnSpPr>
            <a:cxnSpLocks/>
          </p:cNvCxnSpPr>
          <p:nvPr/>
        </p:nvCxnSpPr>
        <p:spPr>
          <a:xfrm>
            <a:off x="795290" y="5893973"/>
            <a:ext cx="106014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B932EDD7-F82C-CAA5-81E3-4DA459BD7BE7}"/>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B23CB67B-9D91-D31D-5E6F-1AFDE722A71A}"/>
                </a:ext>
              </a:extLst>
            </p:cNvPr>
            <p:cNvCxnSpPr/>
            <p:nvPr/>
          </p:nvCxnSpPr>
          <p:spPr>
            <a:xfrm>
              <a:off x="804672"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70B71C7-A49A-A194-9371-8105319095C1}"/>
                </a:ext>
              </a:extLst>
            </p:cNvPr>
            <p:cNvCxnSpPr>
              <a:cxnSpLocks/>
            </p:cNvCxnSpPr>
            <p:nvPr/>
          </p:nvCxnSpPr>
          <p:spPr>
            <a:xfrm>
              <a:off x="803185" y="393192"/>
              <a:ext cx="105841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7D85FF8-8A01-4471-2129-9F815C543EB4}"/>
                </a:ext>
              </a:extLst>
            </p:cNvPr>
            <p:cNvCxnSpPr>
              <a:cxnSpLocks/>
            </p:cNvCxnSpPr>
            <p:nvPr/>
          </p:nvCxnSpPr>
          <p:spPr>
            <a:xfrm>
              <a:off x="11388814"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57B839C-7467-0312-FCA6-E719E5B3035E}"/>
                </a:ext>
              </a:extLst>
            </p:cNvPr>
            <p:cNvCxnSpPr>
              <a:cxnSpLocks/>
            </p:cNvCxnSpPr>
            <p:nvPr/>
          </p:nvCxnSpPr>
          <p:spPr>
            <a:xfrm>
              <a:off x="803185" y="6452119"/>
              <a:ext cx="105841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75896231"/>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Quote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93164" y="5891704"/>
            <a:ext cx="8805672" cy="557222"/>
          </a:xfrm>
        </p:spPr>
        <p:txBody>
          <a:bodyPr anchor="ctr">
            <a:normAutofit/>
          </a:bodyPr>
          <a:lstStyle>
            <a:lvl1pPr algn="ctr">
              <a:lnSpc>
                <a:spcPct val="120000"/>
              </a:lnSpc>
              <a:defRPr sz="1600" b="0" i="0" cap="none" baseline="0">
                <a:solidFill>
                  <a:schemeClr val="bg1"/>
                </a:solidFill>
                <a:latin typeface="+mn-lt"/>
              </a:defRPr>
            </a:lvl1pPr>
          </a:lstStyle>
          <a:p>
            <a:r>
              <a:rPr lang="en-US"/>
              <a:t>Quote Author</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615440" y="1358007"/>
            <a:ext cx="8961120" cy="3474720"/>
          </a:xfrm>
        </p:spPr>
        <p:txBody>
          <a:bodyPr anchor="ctr">
            <a:normAutofit/>
          </a:bodyPr>
          <a:lstStyle>
            <a:lvl1pPr marL="164592" indent="-164592" algn="ctr">
              <a:lnSpc>
                <a:spcPct val="100000"/>
              </a:lnSpc>
              <a:spcBef>
                <a:spcPts val="0"/>
              </a:spcBef>
              <a:buNone/>
              <a:defRPr sz="4000" b="0" i="0">
                <a:solidFill>
                  <a:schemeClr val="bg1"/>
                </a:solidFill>
                <a:latin typeface="+mn-lt"/>
              </a:defRPr>
            </a:lvl1pPr>
          </a:lstStyle>
          <a:p>
            <a:pPr lvl="0"/>
            <a:r>
              <a:rPr lang="en-US"/>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bg1"/>
                </a:solidFill>
              </a:defRPr>
            </a:lvl1pPr>
          </a:lstStyle>
          <a:p>
            <a:fld id="{4F612C1C-64C5-4B50-8744-8314E722E95D}" type="datetime1">
              <a:rPr lang="en-US" smtClean="0"/>
              <a:t>3/30/2026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cxnSp>
        <p:nvCxnSpPr>
          <p:cNvPr id="8" name="Straight Connector 7">
            <a:extLst>
              <a:ext uri="{FF2B5EF4-FFF2-40B4-BE49-F238E27FC236}">
                <a16:creationId xmlns:a16="http://schemas.microsoft.com/office/drawing/2014/main" id="{A8BAF90A-B341-890C-B376-6A16FD3D4D66}"/>
              </a:ext>
            </a:extLst>
          </p:cNvPr>
          <p:cNvCxnSpPr>
            <a:cxnSpLocks/>
          </p:cNvCxnSpPr>
          <p:nvPr/>
        </p:nvCxnSpPr>
        <p:spPr>
          <a:xfrm>
            <a:off x="795290" y="5893973"/>
            <a:ext cx="106014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5673DA07-CC58-742F-47C7-DF6C3FC1BB23}"/>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EC520D2A-19A3-39C2-02F5-969FC02F7835}"/>
                </a:ext>
              </a:extLst>
            </p:cNvPr>
            <p:cNvCxnSpPr/>
            <p:nvPr/>
          </p:nvCxnSpPr>
          <p:spPr>
            <a:xfrm>
              <a:off x="804672"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B9DADCD-00F5-6714-A61F-195B94550628}"/>
                </a:ext>
              </a:extLst>
            </p:cNvPr>
            <p:cNvCxnSpPr>
              <a:cxnSpLocks/>
            </p:cNvCxnSpPr>
            <p:nvPr/>
          </p:nvCxnSpPr>
          <p:spPr>
            <a:xfrm>
              <a:off x="803185" y="393192"/>
              <a:ext cx="105841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5D759BD-ADDA-3040-A5CB-DAC10D9A2D39}"/>
                </a:ext>
              </a:extLst>
            </p:cNvPr>
            <p:cNvCxnSpPr>
              <a:cxnSpLocks/>
            </p:cNvCxnSpPr>
            <p:nvPr/>
          </p:nvCxnSpPr>
          <p:spPr>
            <a:xfrm>
              <a:off x="11388814"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48BFB7B-8327-08C6-5F9E-BACB47A2C3D2}"/>
                </a:ext>
              </a:extLst>
            </p:cNvPr>
            <p:cNvCxnSpPr>
              <a:cxnSpLocks/>
            </p:cNvCxnSpPr>
            <p:nvPr/>
          </p:nvCxnSpPr>
          <p:spPr>
            <a:xfrm>
              <a:off x="803185" y="6452119"/>
              <a:ext cx="105841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12645617"/>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60704" y="603504"/>
            <a:ext cx="10058400" cy="1132258"/>
          </a:xfrm>
        </p:spPr>
        <p:txBody>
          <a:bodyPr/>
          <a:lstStyle>
            <a:lvl1pPr>
              <a:defRPr>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Content Placeholder 3">
            <a:extLst>
              <a:ext uri="{FF2B5EF4-FFF2-40B4-BE49-F238E27FC236}">
                <a16:creationId xmlns:a16="http://schemas.microsoft.com/office/drawing/2014/main" id="{F6F508F0-4C97-9A80-2546-BC6EE3D2732B}"/>
              </a:ext>
            </a:extLst>
          </p:cNvPr>
          <p:cNvSpPr>
            <a:spLocks noGrp="1"/>
          </p:cNvSpPr>
          <p:nvPr>
            <p:ph sz="quarter" idx="15"/>
          </p:nvPr>
        </p:nvSpPr>
        <p:spPr>
          <a:xfrm>
            <a:off x="1060450" y="1828800"/>
            <a:ext cx="4768850" cy="4351338"/>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A9AB0DFB-3813-8899-8844-3F65C902B800}"/>
              </a:ext>
            </a:extLst>
          </p:cNvPr>
          <p:cNvSpPr>
            <a:spLocks noGrp="1"/>
          </p:cNvSpPr>
          <p:nvPr>
            <p:ph sz="quarter" idx="16"/>
          </p:nvPr>
        </p:nvSpPr>
        <p:spPr>
          <a:xfrm>
            <a:off x="6363391" y="1828800"/>
            <a:ext cx="4755712" cy="4351338"/>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514802D6-419C-4270-A699-E7031986556C}" type="datetime1">
              <a:rPr lang="en-US" smtClean="0"/>
              <a:t>3/30/2026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grpSp>
        <p:nvGrpSpPr>
          <p:cNvPr id="13" name="Group 12">
            <a:extLst>
              <a:ext uri="{FF2B5EF4-FFF2-40B4-BE49-F238E27FC236}">
                <a16:creationId xmlns:a16="http://schemas.microsoft.com/office/drawing/2014/main" id="{CB83DEFD-C76A-E192-4470-7F7DCE92CBCE}"/>
              </a:ext>
            </a:extLst>
          </p:cNvPr>
          <p:cNvGrpSpPr/>
          <p:nvPr/>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0EBF15C6-51A3-0039-7C8E-9F5BC53301CA}"/>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F2827DB-A570-B094-5067-79A4F7DA7F3C}"/>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4DF52F4-C942-A75F-0F4B-911959D2F300}"/>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944BFA9-C671-8332-EC4C-A56CAAB34AEF}"/>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55973197"/>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1058011" y="600148"/>
            <a:ext cx="10058400" cy="1133856"/>
          </a:xfrm>
        </p:spPr>
        <p:txBody>
          <a:bodyPr/>
          <a:lstStyle>
            <a:lvl1pPr>
              <a:defRPr>
                <a:solidFill>
                  <a:schemeClr val="tx1"/>
                </a:solidFill>
              </a:defRPr>
            </a:lvl1pPr>
          </a:lstStyle>
          <a:p>
            <a:r>
              <a:rPr lang="en-US"/>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1058011" y="1828800"/>
            <a:ext cx="4754880" cy="559834"/>
          </a:xfrm>
        </p:spPr>
        <p:txBody>
          <a:bodyPr anchor="b">
            <a:normAutofit/>
          </a:bodyPr>
          <a:lstStyle>
            <a:lvl1pPr marL="0" indent="0">
              <a:lnSpc>
                <a:spcPct val="90000"/>
              </a:lnSpc>
              <a:buNone/>
              <a:defRPr sz="20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E35B8AB-C546-6624-5613-679F649D8004}"/>
              </a:ext>
            </a:extLst>
          </p:cNvPr>
          <p:cNvSpPr>
            <a:spLocks noGrp="1"/>
          </p:cNvSpPr>
          <p:nvPr>
            <p:ph sz="quarter" idx="15"/>
          </p:nvPr>
        </p:nvSpPr>
        <p:spPr>
          <a:xfrm>
            <a:off x="1058011" y="2465752"/>
            <a:ext cx="4754880" cy="3763962"/>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53436" y="1828800"/>
            <a:ext cx="4754880" cy="559834"/>
          </a:xfrm>
        </p:spPr>
        <p:txBody>
          <a:bodyPr anchor="b">
            <a:normAutofit/>
          </a:bodyPr>
          <a:lstStyle>
            <a:lvl1pPr marL="0" indent="0">
              <a:lnSpc>
                <a:spcPct val="90000"/>
              </a:lnSpc>
              <a:buNone/>
              <a:defRPr sz="20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5">
            <a:extLst>
              <a:ext uri="{FF2B5EF4-FFF2-40B4-BE49-F238E27FC236}">
                <a16:creationId xmlns:a16="http://schemas.microsoft.com/office/drawing/2014/main" id="{689131D8-B072-15AB-4C0D-39F0B943B0A9}"/>
              </a:ext>
            </a:extLst>
          </p:cNvPr>
          <p:cNvSpPr>
            <a:spLocks noGrp="1"/>
          </p:cNvSpPr>
          <p:nvPr>
            <p:ph sz="quarter" idx="16"/>
          </p:nvPr>
        </p:nvSpPr>
        <p:spPr>
          <a:xfrm>
            <a:off x="6353436" y="2465752"/>
            <a:ext cx="4754880" cy="3763962"/>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lvl1pPr>
              <a:defRPr>
                <a:solidFill>
                  <a:schemeClr val="tx1"/>
                </a:solidFill>
              </a:defRPr>
            </a:lvl1pPr>
          </a:lstStyle>
          <a:p>
            <a:fld id="{B7C0F1DD-38C1-462C-A697-E8DF52FBE341}" type="datetime1">
              <a:rPr lang="en-US" smtClean="0"/>
              <a:t>3/30/2026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grpSp>
        <p:nvGrpSpPr>
          <p:cNvPr id="15" name="Group 14">
            <a:extLst>
              <a:ext uri="{FF2B5EF4-FFF2-40B4-BE49-F238E27FC236}">
                <a16:creationId xmlns:a16="http://schemas.microsoft.com/office/drawing/2014/main" id="{2E70A967-D43A-531B-AB77-B7D2DE7E4B0F}"/>
              </a:ext>
            </a:extLst>
          </p:cNvPr>
          <p:cNvGrpSpPr/>
          <p:nvPr/>
        </p:nvGrpSpPr>
        <p:grpSpPr>
          <a:xfrm>
            <a:off x="803185" y="0"/>
            <a:ext cx="10585629" cy="6858000"/>
            <a:chOff x="803185" y="0"/>
            <a:chExt cx="10585629" cy="6858000"/>
          </a:xfrm>
        </p:grpSpPr>
        <p:cxnSp>
          <p:nvCxnSpPr>
            <p:cNvPr id="16" name="Straight Connector 15">
              <a:extLst>
                <a:ext uri="{FF2B5EF4-FFF2-40B4-BE49-F238E27FC236}">
                  <a16:creationId xmlns:a16="http://schemas.microsoft.com/office/drawing/2014/main" id="{61B1175E-A767-B7AB-D265-9256ECCA8E8A}"/>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929F5B2-C13B-2102-792E-E51F1738D2A8}"/>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5C2A7D0-2242-BB3D-AC3F-126E076FC3A1}"/>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40BEB2B-F33C-CFC6-3060-70CD260293DE}"/>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62307469"/>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1060704" y="603504"/>
            <a:ext cx="10058400" cy="1132258"/>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B15132D0-A4B5-4DFA-9485-CB2E482EE77C}" type="datetime1">
              <a:rPr lang="en-US" smtClean="0"/>
              <a:t>3/30/2026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grpSp>
        <p:nvGrpSpPr>
          <p:cNvPr id="11" name="Group 10">
            <a:extLst>
              <a:ext uri="{FF2B5EF4-FFF2-40B4-BE49-F238E27FC236}">
                <a16:creationId xmlns:a16="http://schemas.microsoft.com/office/drawing/2014/main" id="{570C8D4F-961C-9DE3-2BE6-ABBC18355BC3}"/>
              </a:ext>
            </a:extLst>
          </p:cNvPr>
          <p:cNvGrpSpPr/>
          <p:nvPr/>
        </p:nvGrpSpPr>
        <p:grpSpPr>
          <a:xfrm>
            <a:off x="803185" y="0"/>
            <a:ext cx="10585629" cy="6858000"/>
            <a:chOff x="803185" y="0"/>
            <a:chExt cx="10585629" cy="6858000"/>
          </a:xfrm>
        </p:grpSpPr>
        <p:cxnSp>
          <p:nvCxnSpPr>
            <p:cNvPr id="12" name="Straight Connector 11">
              <a:extLst>
                <a:ext uri="{FF2B5EF4-FFF2-40B4-BE49-F238E27FC236}">
                  <a16:creationId xmlns:a16="http://schemas.microsoft.com/office/drawing/2014/main" id="{E145383D-28A9-C0D3-8E3D-AA7533D29252}"/>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9B585A5-22BA-F43D-07BD-3BB57145B241}"/>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1437C88-1694-66DE-88F2-5F80E4367732}"/>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675A774-D186-6B8B-F966-423BE24E4669}"/>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00070075"/>
      </p:ext>
    </p:extLst>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Empty">
    <p:bg>
      <p:bgPr>
        <a:solidFill>
          <a:schemeClr val="accent3"/>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2EC83663-489C-4B0C-BB79-FC178A8643C9}" type="datetime1">
              <a:rPr lang="en-US" smtClean="0"/>
              <a:t>3/30/2026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grpSp>
        <p:nvGrpSpPr>
          <p:cNvPr id="10" name="Group 9">
            <a:extLst>
              <a:ext uri="{FF2B5EF4-FFF2-40B4-BE49-F238E27FC236}">
                <a16:creationId xmlns:a16="http://schemas.microsoft.com/office/drawing/2014/main" id="{A5ECB350-6B4D-5D25-5FB0-D995BE7D095F}"/>
              </a:ext>
            </a:extLst>
          </p:cNvPr>
          <p:cNvGrpSpPr/>
          <p:nvPr/>
        </p:nvGrpSpPr>
        <p:grpSpPr>
          <a:xfrm>
            <a:off x="803185" y="0"/>
            <a:ext cx="10585629" cy="6858000"/>
            <a:chOff x="803185" y="0"/>
            <a:chExt cx="10585629" cy="6858000"/>
          </a:xfrm>
        </p:grpSpPr>
        <p:cxnSp>
          <p:nvCxnSpPr>
            <p:cNvPr id="11" name="Straight Connector 10">
              <a:extLst>
                <a:ext uri="{FF2B5EF4-FFF2-40B4-BE49-F238E27FC236}">
                  <a16:creationId xmlns:a16="http://schemas.microsoft.com/office/drawing/2014/main" id="{614889B8-EF0E-CC96-E345-4814F56ED6D9}"/>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60EF97A-5CED-BE43-C066-ED89AE049BD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8CB1FB5-CA0E-AFAB-5607-844D9592A240}"/>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BAA5556-E509-ED49-F4BE-6F664377F5B7}"/>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02515783"/>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1207008" y="786384"/>
            <a:ext cx="2926080" cy="1737360"/>
          </a:xfrm>
        </p:spPr>
        <p:txBody>
          <a:bodyPr anchor="t">
            <a:normAutofit/>
          </a:bodyPr>
          <a:lstStyle>
            <a:lvl1pPr>
              <a:defRPr sz="3200">
                <a:solidFill>
                  <a:schemeClr val="tx1"/>
                </a:solidFill>
              </a:defRPr>
            </a:lvl1pPr>
          </a:lstStyle>
          <a:p>
            <a:r>
              <a:rPr lang="en-US"/>
              <a:t>Click to edit Master title style</a:t>
            </a:r>
          </a:p>
        </p:txBody>
      </p:sp>
      <p:sp>
        <p:nvSpPr>
          <p:cNvPr id="14" name="Footer Placeholder 13">
            <a:extLst>
              <a:ext uri="{FF2B5EF4-FFF2-40B4-BE49-F238E27FC236}">
                <a16:creationId xmlns:a16="http://schemas.microsoft.com/office/drawing/2014/main" id="{06EDF8B4-9629-39C1-DDBF-A5485B241DB4}"/>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1207008" y="2651760"/>
            <a:ext cx="2926080" cy="3383280"/>
          </a:xfrm>
        </p:spPr>
        <p:txBody>
          <a:bodyPr anchor="t">
            <a:normAutofit/>
          </a:bodyPr>
          <a:lstStyle>
            <a:lvl1pPr marL="0" indent="0">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297680" y="786382"/>
            <a:ext cx="6766560" cy="548640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b="0">
                <a:solidFill>
                  <a:schemeClr val="tx1"/>
                </a:solidFill>
              </a:defRPr>
            </a:lvl4pPr>
            <a:lvl5pPr marL="1200150" indent="-285750">
              <a:buFont typeface="Arial" panose="020B0604020202020204" pitchFamily="34" charset="0"/>
              <a:buChar char="•"/>
              <a:defRPr sz="1400" b="0">
                <a:solidFill>
                  <a:schemeClr val="tx1"/>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2EAB326A-0996-8BBC-BFAF-29A228B198CC}"/>
              </a:ext>
            </a:extLst>
          </p:cNvPr>
          <p:cNvSpPr>
            <a:spLocks noGrp="1"/>
          </p:cNvSpPr>
          <p:nvPr>
            <p:ph type="dt" sz="half" idx="10"/>
          </p:nvPr>
        </p:nvSpPr>
        <p:spPr/>
        <p:txBody>
          <a:bodyPr/>
          <a:lstStyle>
            <a:lvl1pPr>
              <a:defRPr>
                <a:solidFill>
                  <a:schemeClr val="tx1"/>
                </a:solidFill>
              </a:defRPr>
            </a:lvl1pPr>
          </a:lstStyle>
          <a:p>
            <a:fld id="{C41BEF89-672A-4E25-926B-58E382525C3F}" type="datetime1">
              <a:rPr lang="en-US" smtClean="0"/>
              <a:t>3/30/2026</a:t>
            </a:fld>
            <a:endParaRPr lang="en-US"/>
          </a:p>
        </p:txBody>
      </p:sp>
      <p:sp>
        <p:nvSpPr>
          <p:cNvPr id="15" name="Slide Number Placeholder 14">
            <a:extLst>
              <a:ext uri="{FF2B5EF4-FFF2-40B4-BE49-F238E27FC236}">
                <a16:creationId xmlns:a16="http://schemas.microsoft.com/office/drawing/2014/main" id="{3AE9EB23-C42E-AFD9-410F-5D3A9B47373C}"/>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grpSp>
        <p:nvGrpSpPr>
          <p:cNvPr id="8" name="Group 7">
            <a:extLst>
              <a:ext uri="{FF2B5EF4-FFF2-40B4-BE49-F238E27FC236}">
                <a16:creationId xmlns:a16="http://schemas.microsoft.com/office/drawing/2014/main" id="{8179AB9D-F8E4-DA67-2113-2CB4FAAA3FE3}"/>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4D1AF63C-58A3-D664-0F8A-2F866DE99229}"/>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7353FA6-146A-25CD-A52A-50A0DBA7C441}"/>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3D17F74-4821-8F53-7E3E-BD10714CA13A}"/>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7CBD083B-641D-8442-0510-78BC3BDFF82E}"/>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23394064"/>
      </p:ext>
    </p:extLst>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1207008" y="786384"/>
            <a:ext cx="3595634" cy="1920240"/>
          </a:xfrm>
        </p:spPr>
        <p:txBody>
          <a:bodyPr anchor="t">
            <a:normAutofit/>
          </a:bodyPr>
          <a:lstStyle>
            <a:lvl1pPr>
              <a:defRPr sz="32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1207008" y="2752344"/>
            <a:ext cx="3585586" cy="3291840"/>
          </a:xfrm>
        </p:spPr>
        <p:txBody>
          <a:bodyPr anchor="b"/>
          <a:lstStyle>
            <a:lvl1pPr marL="0" indent="0">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063318" y="402336"/>
            <a:ext cx="6328768"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lvl1pPr>
              <a:defRPr>
                <a:solidFill>
                  <a:schemeClr val="tx1"/>
                </a:solidFill>
              </a:defRPr>
            </a:lvl1pPr>
          </a:lstStyle>
          <a:p>
            <a:fld id="{9931E9BD-2556-46EE-BDF5-EE03A42C0687}" type="datetime1">
              <a:rPr lang="en-US" smtClean="0"/>
              <a:t>3/30/2026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8" name="Straight Connector 7">
            <a:extLst>
              <a:ext uri="{FF2B5EF4-FFF2-40B4-BE49-F238E27FC236}">
                <a16:creationId xmlns:a16="http://schemas.microsoft.com/office/drawing/2014/main" id="{DF475923-C72A-59CC-2F27-3B42DE9E23C1}"/>
              </a:ext>
            </a:extLst>
          </p:cNvPr>
          <p:cNvCxnSpPr/>
          <p:nvPr/>
        </p:nvCxnSpPr>
        <p:spPr>
          <a:xfrm>
            <a:off x="5044948" y="402336"/>
            <a:ext cx="0" cy="605332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644E6E6F-31C5-280B-B965-1DCA584FB10B}"/>
              </a:ext>
            </a:extLst>
          </p:cNvPr>
          <p:cNvGrpSpPr/>
          <p:nvPr/>
        </p:nvGrpSpPr>
        <p:grpSpPr>
          <a:xfrm>
            <a:off x="803185" y="0"/>
            <a:ext cx="10585629" cy="6858000"/>
            <a:chOff x="803185" y="0"/>
            <a:chExt cx="10585629" cy="6858000"/>
          </a:xfrm>
        </p:grpSpPr>
        <p:cxnSp>
          <p:nvCxnSpPr>
            <p:cNvPr id="10" name="Straight Connector 9">
              <a:extLst>
                <a:ext uri="{FF2B5EF4-FFF2-40B4-BE49-F238E27FC236}">
                  <a16:creationId xmlns:a16="http://schemas.microsoft.com/office/drawing/2014/main" id="{E46DD8FB-C3C8-02D7-0EEC-1FA8A0E72EE2}"/>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E287276-FB86-B497-EB85-08D57647FCBA}"/>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0AFABFB-CCBD-F586-5A5B-F739C98FEB06}"/>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B33A7C7-3944-5EFF-0F5A-CD13C776DD13}"/>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84699219"/>
      </p:ext>
    </p:extLst>
  </p:cSld>
  <p:clrMapOvr>
    <a:overrideClrMapping bg1="lt1" tx1="dk1" bg2="lt2" tx2="dk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07008" y="786384"/>
            <a:ext cx="7342307" cy="2085339"/>
          </a:xfrm>
        </p:spPr>
        <p:txBody>
          <a:bodyPr anchor="b">
            <a:noAutofit/>
          </a:bodyPr>
          <a:lstStyle>
            <a:lvl1pPr>
              <a:defRPr sz="6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1207008" y="3594099"/>
            <a:ext cx="9601200" cy="2377440"/>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C89BE370-40DD-429A-ADED-41858713F7D9}" type="datetime1">
              <a:rPr lang="en-US" smtClean="0"/>
              <a:t>3/30/2026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grpSp>
        <p:nvGrpSpPr>
          <p:cNvPr id="3" name="Group 2">
            <a:extLst>
              <a:ext uri="{FF2B5EF4-FFF2-40B4-BE49-F238E27FC236}">
                <a16:creationId xmlns:a16="http://schemas.microsoft.com/office/drawing/2014/main" id="{CFF997AB-1CB0-F155-5BD6-8AD0DF5F9C8C}"/>
              </a:ext>
            </a:extLst>
          </p:cNvPr>
          <p:cNvGrpSpPr/>
          <p:nvPr/>
        </p:nvGrpSpPr>
        <p:grpSpPr>
          <a:xfrm>
            <a:off x="803185" y="0"/>
            <a:ext cx="10585629" cy="6858000"/>
            <a:chOff x="803185" y="0"/>
            <a:chExt cx="10585629" cy="6858000"/>
          </a:xfrm>
        </p:grpSpPr>
        <p:cxnSp>
          <p:nvCxnSpPr>
            <p:cNvPr id="7" name="Straight Connector 6">
              <a:extLst>
                <a:ext uri="{FF2B5EF4-FFF2-40B4-BE49-F238E27FC236}">
                  <a16:creationId xmlns:a16="http://schemas.microsoft.com/office/drawing/2014/main" id="{5CD1A663-8D32-81FC-CF0E-3943276FC5BD}"/>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88FB5FE-FF71-6B7B-03A4-B78EA9E50FE7}"/>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24967FC-68C7-FF99-F0D4-F11F22519D8E}"/>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0437DFC-E04A-54B1-CFEA-8D9349D6EB77}"/>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4128714"/>
      </p:ext>
    </p:extLst>
  </p:cSld>
  <p:clrMapOvr>
    <a:overrideClrMapping bg1="dk1" tx1="lt1" bg2="dk2" tx2="lt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07008" y="786384"/>
            <a:ext cx="8430767" cy="2520011"/>
          </a:xfrm>
        </p:spPr>
        <p:txBody>
          <a:bodyPr anchor="b">
            <a:noAutofit/>
          </a:bodyPr>
          <a:lstStyle>
            <a:lvl1pPr>
              <a:defRPr sz="6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1207008" y="3622673"/>
            <a:ext cx="8430639" cy="1609344"/>
          </a:xfrm>
        </p:spPr>
        <p:txBody>
          <a:bodyPr>
            <a:noAutofit/>
          </a:bodyPr>
          <a:lstStyle>
            <a:lvl1pPr marL="0" indent="0">
              <a:buNone/>
              <a:defRPr sz="1800">
                <a:solidFill>
                  <a:schemeClr val="tx1"/>
                </a:solidFill>
              </a:defRPr>
            </a:lvl1pPr>
            <a:lvl2pPr marL="228600" indent="0">
              <a:buNone/>
              <a:defRPr sz="1600">
                <a:solidFill>
                  <a:schemeClr val="tx1"/>
                </a:solidFill>
              </a:defRPr>
            </a:lvl2pPr>
            <a:lvl3pPr marL="457200" indent="0">
              <a:buNone/>
              <a:defRPr sz="1400">
                <a:solidFill>
                  <a:schemeClr val="tx1"/>
                </a:solidFill>
              </a:defRPr>
            </a:lvl3pPr>
            <a:lvl4pPr marL="685800" indent="0">
              <a:buNone/>
              <a:defRPr sz="1400">
                <a:solidFill>
                  <a:schemeClr val="tx1"/>
                </a:solidFill>
              </a:defRPr>
            </a:lvl4pPr>
            <a:lvl5pPr marL="914400" indent="0">
              <a:buNone/>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FB744B83-DEC6-42A9-90ED-B3D6C76A8643}" type="datetime1">
              <a:rPr lang="en-US" smtClean="0"/>
              <a:t>3/30/2026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grpSp>
        <p:nvGrpSpPr>
          <p:cNvPr id="3" name="Group 2">
            <a:extLst>
              <a:ext uri="{FF2B5EF4-FFF2-40B4-BE49-F238E27FC236}">
                <a16:creationId xmlns:a16="http://schemas.microsoft.com/office/drawing/2014/main" id="{F4604B72-3E24-1723-74C9-C1E295269A19}"/>
              </a:ext>
            </a:extLst>
          </p:cNvPr>
          <p:cNvGrpSpPr/>
          <p:nvPr/>
        </p:nvGrpSpPr>
        <p:grpSpPr>
          <a:xfrm>
            <a:off x="803185" y="0"/>
            <a:ext cx="10585629" cy="6858000"/>
            <a:chOff x="803185" y="0"/>
            <a:chExt cx="10585629" cy="6858000"/>
          </a:xfrm>
        </p:grpSpPr>
        <p:cxnSp>
          <p:nvCxnSpPr>
            <p:cNvPr id="8" name="Straight Connector 7">
              <a:extLst>
                <a:ext uri="{FF2B5EF4-FFF2-40B4-BE49-F238E27FC236}">
                  <a16:creationId xmlns:a16="http://schemas.microsoft.com/office/drawing/2014/main" id="{2CEF3A60-0DC4-008A-49C8-C3FD46FA3B85}"/>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A618110-A634-DE8C-5B6D-35477E47ED21}"/>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08E21D7-A780-C513-5EB6-4A6C625665CC}"/>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32C4757-1CA9-394F-33BF-C5A9D77182F9}"/>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37554796"/>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066800" y="685800"/>
            <a:ext cx="10058400" cy="1132258"/>
          </a:xfrm>
          <a:prstGeom prst="rect">
            <a:avLst/>
          </a:prstGeom>
        </p:spPr>
        <p:txBody>
          <a:bodyPr vert="horz" lIns="91440" tIns="45720" rIns="91440" bIns="45720" rtlCol="0" anchor="t">
            <a:normAutofit/>
          </a:bodyPr>
          <a:lstStyle/>
          <a:p>
            <a:r>
              <a:rPr lang="en-US"/>
              <a:t>Click to edit Master title style</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rot="16200000">
            <a:off x="-1005840" y="1525384"/>
            <a:ext cx="2805405" cy="365125"/>
          </a:xfrm>
          <a:prstGeom prst="rect">
            <a:avLst/>
          </a:prstGeom>
        </p:spPr>
        <p:txBody>
          <a:bodyPr vert="horz" lIns="91440" tIns="45720" rIns="91440" bIns="45720" rtlCol="0" anchor="ctr"/>
          <a:lstStyle>
            <a:lvl1pPr algn="r" rtl="0">
              <a:defRPr sz="900" b="0" i="0">
                <a:solidFill>
                  <a:schemeClr val="tx1"/>
                </a:solidFill>
                <a:latin typeface="+mn-lt"/>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73385" y="6229552"/>
            <a:ext cx="429207" cy="365125"/>
          </a:xfrm>
          <a:prstGeom prst="rect">
            <a:avLst/>
          </a:prstGeom>
        </p:spPr>
        <p:txBody>
          <a:bodyPr vert="horz" lIns="91440" tIns="45720" rIns="91440" bIns="45720" rtlCol="0" anchor="ctr"/>
          <a:lstStyle>
            <a:lvl1pPr algn="ctr" rtl="0">
              <a:defRPr sz="900" b="0" i="0">
                <a:solidFill>
                  <a:schemeClr val="tx1"/>
                </a:solidFill>
                <a:latin typeface="+mn-lt"/>
              </a:defRPr>
            </a:lvl1pPr>
          </a:lstStyle>
          <a:p>
            <a:fld id="{CC057153-B650-4DEB-B370-79DDCFDCE934}" type="slidenum">
              <a:rPr lang="en-US" smtClean="0"/>
              <a:pPr/>
              <a:t>‹#›</a:t>
            </a:fld>
            <a:endParaRPr lang="en-US"/>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1066800" y="1920240"/>
            <a:ext cx="10058400" cy="42062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rot="5400000">
            <a:off x="10040831" y="4206240"/>
            <a:ext cx="3494314" cy="365125"/>
          </a:xfrm>
          <a:prstGeom prst="rect">
            <a:avLst/>
          </a:prstGeom>
        </p:spPr>
        <p:txBody>
          <a:bodyPr vert="horz" lIns="91440" tIns="45720" rIns="91440" bIns="45720" rtlCol="0" anchor="ctr"/>
          <a:lstStyle>
            <a:lvl1pPr algn="r" rtl="0">
              <a:defRPr sz="900" b="0" i="0">
                <a:solidFill>
                  <a:schemeClr val="tx1"/>
                </a:solidFill>
                <a:latin typeface="+mn-lt"/>
              </a:defRPr>
            </a:lvl1pPr>
          </a:lstStyle>
          <a:p>
            <a:fld id="{5D94B1B5-61D9-4408-A2B5-CA06F768CAB1}" type="datetime1">
              <a:rPr lang="en-US" smtClean="0"/>
              <a:t>3/30/2026</a:t>
            </a:fld>
            <a:endParaRPr lang="en-US"/>
          </a:p>
        </p:txBody>
      </p:sp>
      <p:sp>
        <p:nvSpPr>
          <p:cNvPr id="12" name="Freeform 11" hidden="1">
            <a:extLst>
              <a:ext uri="{FF2B5EF4-FFF2-40B4-BE49-F238E27FC236}">
                <a16:creationId xmlns:a16="http://schemas.microsoft.com/office/drawing/2014/main" id="{918C00E2-AFB8-E789-01F1-47EC64846D95}"/>
              </a:ext>
            </a:extLst>
          </p:cNvPr>
          <p:cNvSpPr/>
          <p:nvPr/>
        </p:nvSpPr>
        <p:spPr>
          <a:xfrm>
            <a:off x="812559" y="393189"/>
            <a:ext cx="10579798" cy="6071619"/>
          </a:xfrm>
          <a:custGeom>
            <a:avLst/>
            <a:gdLst>
              <a:gd name="connsiteX0" fmla="*/ 10186606 w 10579798"/>
              <a:gd name="connsiteY0" fmla="*/ 0 h 6071619"/>
              <a:gd name="connsiteX1" fmla="*/ 10579798 w 10579798"/>
              <a:gd name="connsiteY1" fmla="*/ 0 h 6071619"/>
              <a:gd name="connsiteX2" fmla="*/ 10579798 w 10579798"/>
              <a:gd name="connsiteY2" fmla="*/ 6071619 h 6071619"/>
              <a:gd name="connsiteX3" fmla="*/ 10186606 w 10579798"/>
              <a:gd name="connsiteY3" fmla="*/ 6071619 h 6071619"/>
              <a:gd name="connsiteX4" fmla="*/ 10186606 w 10579798"/>
              <a:gd name="connsiteY4" fmla="*/ 393194 h 6071619"/>
              <a:gd name="connsiteX5" fmla="*/ 393192 w 10579798"/>
              <a:gd name="connsiteY5" fmla="*/ 393194 h 6071619"/>
              <a:gd name="connsiteX6" fmla="*/ 393192 w 10579798"/>
              <a:gd name="connsiteY6" fmla="*/ 5870339 h 6071619"/>
              <a:gd name="connsiteX7" fmla="*/ 0 w 10579798"/>
              <a:gd name="connsiteY7" fmla="*/ 5870339 h 6071619"/>
              <a:gd name="connsiteX8" fmla="*/ 0 w 10579798"/>
              <a:gd name="connsiteY8" fmla="*/ 2 h 6071619"/>
              <a:gd name="connsiteX9" fmla="*/ 157401 w 10579798"/>
              <a:gd name="connsiteY9" fmla="*/ 2 h 6071619"/>
              <a:gd name="connsiteX10" fmla="*/ 393192 w 10579798"/>
              <a:gd name="connsiteY10" fmla="*/ 2 h 6071619"/>
              <a:gd name="connsiteX11" fmla="*/ 10186606 w 10579798"/>
              <a:gd name="connsiteY11" fmla="*/ 2 h 6071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579798" h="6071619">
                <a:moveTo>
                  <a:pt x="10186606" y="0"/>
                </a:moveTo>
                <a:lnTo>
                  <a:pt x="10579798" y="0"/>
                </a:lnTo>
                <a:lnTo>
                  <a:pt x="10579798" y="6071619"/>
                </a:lnTo>
                <a:lnTo>
                  <a:pt x="10186606" y="6071619"/>
                </a:lnTo>
                <a:lnTo>
                  <a:pt x="10186606" y="393194"/>
                </a:lnTo>
                <a:lnTo>
                  <a:pt x="393192" y="393194"/>
                </a:lnTo>
                <a:lnTo>
                  <a:pt x="393192" y="5870339"/>
                </a:lnTo>
                <a:lnTo>
                  <a:pt x="0" y="5870339"/>
                </a:lnTo>
                <a:lnTo>
                  <a:pt x="0" y="2"/>
                </a:lnTo>
                <a:lnTo>
                  <a:pt x="157401" y="2"/>
                </a:lnTo>
                <a:lnTo>
                  <a:pt x="393192" y="2"/>
                </a:lnTo>
                <a:lnTo>
                  <a:pt x="10186606" y="2"/>
                </a:lnTo>
                <a:close/>
              </a:path>
            </a:pathLst>
          </a:custGeom>
          <a:solidFill>
            <a:schemeClr val="accent5">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Freeform 6" hidden="1">
            <a:extLst>
              <a:ext uri="{FF2B5EF4-FFF2-40B4-BE49-F238E27FC236}">
                <a16:creationId xmlns:a16="http://schemas.microsoft.com/office/drawing/2014/main" id="{6A6CDCAD-B761-0A5F-55A7-CE79AB3802A7}"/>
              </a:ext>
            </a:extLst>
          </p:cNvPr>
          <p:cNvSpPr/>
          <p:nvPr userDrawn="1"/>
        </p:nvSpPr>
        <p:spPr>
          <a:xfrm>
            <a:off x="812559" y="393189"/>
            <a:ext cx="10579798" cy="6071619"/>
          </a:xfrm>
          <a:custGeom>
            <a:avLst/>
            <a:gdLst>
              <a:gd name="connsiteX0" fmla="*/ 10186606 w 10579798"/>
              <a:gd name="connsiteY0" fmla="*/ 0 h 6071619"/>
              <a:gd name="connsiteX1" fmla="*/ 10579798 w 10579798"/>
              <a:gd name="connsiteY1" fmla="*/ 0 h 6071619"/>
              <a:gd name="connsiteX2" fmla="*/ 10579798 w 10579798"/>
              <a:gd name="connsiteY2" fmla="*/ 6071619 h 6071619"/>
              <a:gd name="connsiteX3" fmla="*/ 10186606 w 10579798"/>
              <a:gd name="connsiteY3" fmla="*/ 6071619 h 6071619"/>
              <a:gd name="connsiteX4" fmla="*/ 10186606 w 10579798"/>
              <a:gd name="connsiteY4" fmla="*/ 393194 h 6071619"/>
              <a:gd name="connsiteX5" fmla="*/ 393192 w 10579798"/>
              <a:gd name="connsiteY5" fmla="*/ 393194 h 6071619"/>
              <a:gd name="connsiteX6" fmla="*/ 393192 w 10579798"/>
              <a:gd name="connsiteY6" fmla="*/ 5870339 h 6071619"/>
              <a:gd name="connsiteX7" fmla="*/ 0 w 10579798"/>
              <a:gd name="connsiteY7" fmla="*/ 5870339 h 6071619"/>
              <a:gd name="connsiteX8" fmla="*/ 0 w 10579798"/>
              <a:gd name="connsiteY8" fmla="*/ 2 h 6071619"/>
              <a:gd name="connsiteX9" fmla="*/ 157401 w 10579798"/>
              <a:gd name="connsiteY9" fmla="*/ 2 h 6071619"/>
              <a:gd name="connsiteX10" fmla="*/ 393192 w 10579798"/>
              <a:gd name="connsiteY10" fmla="*/ 2 h 6071619"/>
              <a:gd name="connsiteX11" fmla="*/ 10186606 w 10579798"/>
              <a:gd name="connsiteY11" fmla="*/ 2 h 6071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579798" h="6071619">
                <a:moveTo>
                  <a:pt x="10186606" y="0"/>
                </a:moveTo>
                <a:lnTo>
                  <a:pt x="10579798" y="0"/>
                </a:lnTo>
                <a:lnTo>
                  <a:pt x="10579798" y="6071619"/>
                </a:lnTo>
                <a:lnTo>
                  <a:pt x="10186606" y="6071619"/>
                </a:lnTo>
                <a:lnTo>
                  <a:pt x="10186606" y="393194"/>
                </a:lnTo>
                <a:lnTo>
                  <a:pt x="393192" y="393194"/>
                </a:lnTo>
                <a:lnTo>
                  <a:pt x="393192" y="5870339"/>
                </a:lnTo>
                <a:lnTo>
                  <a:pt x="0" y="5870339"/>
                </a:lnTo>
                <a:lnTo>
                  <a:pt x="0" y="2"/>
                </a:lnTo>
                <a:lnTo>
                  <a:pt x="157401" y="2"/>
                </a:lnTo>
                <a:lnTo>
                  <a:pt x="393192" y="2"/>
                </a:lnTo>
                <a:lnTo>
                  <a:pt x="10186606" y="2"/>
                </a:lnTo>
                <a:close/>
              </a:path>
            </a:pathLst>
          </a:custGeom>
          <a:solidFill>
            <a:schemeClr val="accent5">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176976689"/>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Lst>
  <p:hf hdr="0" dt="0"/>
  <p:txStyles>
    <p:titleStyle>
      <a:lvl1pPr algn="l" defTabSz="914400" rtl="0" eaLnBrk="1" latinLnBrk="0" hangingPunct="1">
        <a:lnSpc>
          <a:spcPct val="100000"/>
        </a:lnSpc>
        <a:spcBef>
          <a:spcPct val="0"/>
        </a:spcBef>
        <a:buNone/>
        <a:defRPr sz="4000" b="0" i="0" kern="1200" cap="all" baseline="0">
          <a:solidFill>
            <a:schemeClr val="tx1"/>
          </a:solidFill>
          <a:latin typeface="+mj-lt"/>
          <a:ea typeface="+mj-ea"/>
          <a:cs typeface="+mj-cs"/>
        </a:defRPr>
      </a:lvl1pPr>
    </p:titleStyle>
    <p:bodyStyle>
      <a:lvl1pPr marL="285750" indent="-285750" algn="l" defTabSz="914400" rtl="0" eaLnBrk="1" latinLnBrk="0" hangingPunct="1">
        <a:lnSpc>
          <a:spcPct val="100000"/>
        </a:lnSpc>
        <a:spcBef>
          <a:spcPts val="1000"/>
        </a:spcBef>
        <a:buFont typeface="Arial" panose="020B0604020202020204" pitchFamily="34" charset="0"/>
        <a:buChar char="•"/>
        <a:defRPr sz="1800" b="0" i="0" kern="1200">
          <a:solidFill>
            <a:schemeClr val="tx1"/>
          </a:solidFill>
          <a:latin typeface="+mn-lt"/>
          <a:ea typeface="+mn-ea"/>
          <a:cs typeface="+mn-cs"/>
        </a:defRPr>
      </a:lvl1pPr>
      <a:lvl2pPr marL="514350" indent="-285750" algn="l" defTabSz="914400" rtl="0" eaLnBrk="1" latinLnBrk="0" hangingPunct="1">
        <a:lnSpc>
          <a:spcPct val="100000"/>
        </a:lnSpc>
        <a:spcBef>
          <a:spcPts val="500"/>
        </a:spcBef>
        <a:buFont typeface="Arial" panose="020B0604020202020204" pitchFamily="34" charset="0"/>
        <a:buChar char="•"/>
        <a:defRPr sz="1600" b="0" i="0" kern="1200">
          <a:solidFill>
            <a:schemeClr val="tx1"/>
          </a:solidFill>
          <a:latin typeface="+mn-lt"/>
          <a:ea typeface="+mn-ea"/>
          <a:cs typeface="+mn-cs"/>
        </a:defRPr>
      </a:lvl2pPr>
      <a:lvl3pPr marL="742950" indent="-285750" algn="l" defTabSz="914400" rtl="0" eaLnBrk="1" latinLnBrk="0" hangingPunct="1">
        <a:lnSpc>
          <a:spcPct val="100000"/>
        </a:lnSpc>
        <a:spcBef>
          <a:spcPts val="500"/>
        </a:spcBef>
        <a:buFont typeface="Arial" panose="020B0604020202020204" pitchFamily="34" charset="0"/>
        <a:buChar char="•"/>
        <a:defRPr sz="1400" b="0" i="0" kern="1200">
          <a:solidFill>
            <a:schemeClr val="tx1"/>
          </a:solidFill>
          <a:latin typeface="+mn-lt"/>
          <a:ea typeface="+mn-ea"/>
          <a:cs typeface="+mn-cs"/>
        </a:defRPr>
      </a:lvl3pPr>
      <a:lvl4pPr marL="971550" indent="-28575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1200150" indent="-28575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55.xml"/></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51.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33.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5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51.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B4B50-A661-6EB9-E379-2D40B27B261E}"/>
              </a:ext>
            </a:extLst>
          </p:cNvPr>
          <p:cNvSpPr>
            <a:spLocks noGrp="1"/>
          </p:cNvSpPr>
          <p:nvPr>
            <p:ph type="title"/>
          </p:nvPr>
        </p:nvSpPr>
        <p:spPr>
          <a:xfrm>
            <a:off x="1207008" y="786384"/>
            <a:ext cx="2926080" cy="1737360"/>
          </a:xfrm>
        </p:spPr>
        <p:txBody>
          <a:bodyPr anchor="t">
            <a:normAutofit/>
          </a:bodyPr>
          <a:lstStyle/>
          <a:p>
            <a:pPr>
              <a:lnSpc>
                <a:spcPct val="90000"/>
              </a:lnSpc>
            </a:pPr>
            <a:r>
              <a:rPr lang="en-US" sz="3000"/>
              <a:t>Executive Sales Performance Overview</a:t>
            </a:r>
          </a:p>
        </p:txBody>
      </p:sp>
      <p:sp>
        <p:nvSpPr>
          <p:cNvPr id="4" name="Footer Placeholder 3">
            <a:extLst>
              <a:ext uri="{FF2B5EF4-FFF2-40B4-BE49-F238E27FC236}">
                <a16:creationId xmlns:a16="http://schemas.microsoft.com/office/drawing/2014/main" id="{8E64748B-636E-E2C9-5D14-2CF43BD50B35}"/>
              </a:ext>
            </a:extLst>
          </p:cNvPr>
          <p:cNvSpPr>
            <a:spLocks noGrp="1"/>
          </p:cNvSpPr>
          <p:nvPr>
            <p:ph type="ftr" sz="quarter" idx="11"/>
          </p:nvPr>
        </p:nvSpPr>
        <p:spPr>
          <a:xfrm rot="16200000">
            <a:off x="-1005840" y="1525384"/>
            <a:ext cx="2805405" cy="365125"/>
          </a:xfrm>
        </p:spPr>
        <p:txBody>
          <a:bodyPr anchor="ctr">
            <a:normAutofit/>
          </a:bodyPr>
          <a:lstStyle/>
          <a:p>
            <a:pPr>
              <a:spcAft>
                <a:spcPts val="600"/>
              </a:spcAft>
            </a:pPr>
            <a:r>
              <a:rPr lang="en-US"/>
              <a:t>SAMPLE FOOTER TEXT</a:t>
            </a:r>
          </a:p>
        </p:txBody>
      </p:sp>
      <p:sp>
        <p:nvSpPr>
          <p:cNvPr id="3" name="Subtitle 2">
            <a:extLst>
              <a:ext uri="{FF2B5EF4-FFF2-40B4-BE49-F238E27FC236}">
                <a16:creationId xmlns:a16="http://schemas.microsoft.com/office/drawing/2014/main" id="{F44E0614-6A8F-5BBB-B2C6-A56D544ABA70}"/>
              </a:ext>
            </a:extLst>
          </p:cNvPr>
          <p:cNvSpPr>
            <a:spLocks noGrp="1"/>
          </p:cNvSpPr>
          <p:nvPr>
            <p:ph type="body" sz="half" idx="2"/>
          </p:nvPr>
        </p:nvSpPr>
        <p:spPr>
          <a:xfrm>
            <a:off x="1207008" y="2651760"/>
            <a:ext cx="2926080" cy="3383280"/>
          </a:xfrm>
        </p:spPr>
        <p:txBody>
          <a:bodyPr anchor="t">
            <a:normAutofit/>
          </a:bodyPr>
          <a:lstStyle/>
          <a:p>
            <a:r>
              <a:rPr lang="en-US" dirty="0"/>
              <a:t>Summary of key sales metrics and business achievements for Bright Coffee Shop Chief Executive Officer</a:t>
            </a:r>
          </a:p>
        </p:txBody>
      </p:sp>
      <p:pic>
        <p:nvPicPr>
          <p:cNvPr id="6" name="Picture 5" descr="Person pointing at paper">
            <a:extLst>
              <a:ext uri="{FF2B5EF4-FFF2-40B4-BE49-F238E27FC236}">
                <a16:creationId xmlns:a16="http://schemas.microsoft.com/office/drawing/2014/main" id="{BF9D6FF6-B554-4851-BBC8-C1AB4F8536EA}"/>
              </a:ext>
            </a:extLst>
          </p:cNvPr>
          <p:cNvPicPr>
            <a:picLocks noChangeAspect="1"/>
          </p:cNvPicPr>
          <p:nvPr/>
        </p:nvPicPr>
        <p:blipFill>
          <a:blip r:embed="rId3"/>
          <a:stretch>
            <a:fillRect/>
          </a:stretch>
        </p:blipFill>
        <p:spPr>
          <a:xfrm>
            <a:off x="4297680" y="1279701"/>
            <a:ext cx="6766560" cy="4499762"/>
          </a:xfrm>
          <a:prstGeom prst="rect">
            <a:avLst/>
          </a:prstGeom>
          <a:noFill/>
        </p:spPr>
      </p:pic>
      <p:sp>
        <p:nvSpPr>
          <p:cNvPr id="5" name="Slide Number Placeholder 4">
            <a:extLst>
              <a:ext uri="{FF2B5EF4-FFF2-40B4-BE49-F238E27FC236}">
                <a16:creationId xmlns:a16="http://schemas.microsoft.com/office/drawing/2014/main" id="{A380FFAC-F309-0B0D-1F2B-E9E9F77D03E6}"/>
              </a:ext>
            </a:extLst>
          </p:cNvPr>
          <p:cNvSpPr>
            <a:spLocks noGrp="1"/>
          </p:cNvSpPr>
          <p:nvPr>
            <p:ph type="sldNum" sz="quarter" idx="12"/>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1</a:t>
            </a:fld>
            <a:endParaRPr lang="en-US"/>
          </a:p>
        </p:txBody>
      </p:sp>
    </p:spTree>
    <p:extLst>
      <p:ext uri="{BB962C8B-B14F-4D97-AF65-F5344CB8AC3E}">
        <p14:creationId xmlns:p14="http://schemas.microsoft.com/office/powerpoint/2010/main" val="31514944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7EF5A-D4A9-9938-148B-33C8116225C9}"/>
              </a:ext>
            </a:extLst>
          </p:cNvPr>
          <p:cNvSpPr>
            <a:spLocks noGrp="1"/>
          </p:cNvSpPr>
          <p:nvPr>
            <p:ph type="title"/>
          </p:nvPr>
        </p:nvSpPr>
        <p:spPr/>
        <p:txBody>
          <a:bodyPr/>
          <a:lstStyle/>
          <a:p>
            <a:r>
              <a:rPr lang="en-US"/>
              <a:t>Executive Overview</a:t>
            </a:r>
          </a:p>
        </p:txBody>
      </p:sp>
      <p:sp>
        <p:nvSpPr>
          <p:cNvPr id="3" name="Footer Placeholder 2">
            <a:extLst>
              <a:ext uri="{FF2B5EF4-FFF2-40B4-BE49-F238E27FC236}">
                <a16:creationId xmlns:a16="http://schemas.microsoft.com/office/drawing/2014/main" id="{8C4E45EE-03B4-6802-D7BB-642DB61F9823}"/>
              </a:ext>
            </a:extLst>
          </p:cNvPr>
          <p:cNvSpPr>
            <a:spLocks noGrp="1"/>
          </p:cNvSpPr>
          <p:nvPr>
            <p:ph type="ftr" sz="quarter" idx="11"/>
          </p:nvPr>
        </p:nvSpPr>
        <p:spPr/>
        <p:txBody>
          <a:bodyPr/>
          <a:lstStyle/>
          <a:p>
            <a:r>
              <a:rPr lang="en-US"/>
              <a:t>SAMPLE FOOTER TEXT</a:t>
            </a:r>
          </a:p>
        </p:txBody>
      </p:sp>
      <p:pic>
        <p:nvPicPr>
          <p:cNvPr id="7" name="Content Placeholder 6" descr="Business report chart analysis tablet computer">
            <a:extLst>
              <a:ext uri="{FF2B5EF4-FFF2-40B4-BE49-F238E27FC236}">
                <a16:creationId xmlns:a16="http://schemas.microsoft.com/office/drawing/2014/main" id="{554281BF-1D0E-4192-80BF-7A580D886F95}"/>
              </a:ext>
            </a:extLst>
          </p:cNvPr>
          <p:cNvPicPr>
            <a:picLocks noGrp="1" noChangeAspect="1"/>
          </p:cNvPicPr>
          <p:nvPr>
            <p:ph sz="quarter" idx="15"/>
          </p:nvPr>
        </p:nvPicPr>
        <p:blipFill>
          <a:blip r:embed="rId3"/>
          <a:stretch>
            <a:fillRect/>
          </a:stretch>
        </p:blipFill>
        <p:spPr>
          <a:xfrm>
            <a:off x="1060450" y="2216150"/>
            <a:ext cx="4768850" cy="3576637"/>
          </a:xfrm>
          <a:prstGeom prst="rect">
            <a:avLst/>
          </a:prstGeom>
        </p:spPr>
      </p:pic>
      <p:sp>
        <p:nvSpPr>
          <p:cNvPr id="5" name="Content Placeholder 4">
            <a:extLst>
              <a:ext uri="{FF2B5EF4-FFF2-40B4-BE49-F238E27FC236}">
                <a16:creationId xmlns:a16="http://schemas.microsoft.com/office/drawing/2014/main" id="{5C9543C4-E5B0-3106-5DD2-A8C76883E9C8}"/>
              </a:ext>
            </a:extLst>
          </p:cNvPr>
          <p:cNvSpPr>
            <a:spLocks noGrp="1"/>
          </p:cNvSpPr>
          <p:nvPr>
            <p:ph sz="quarter" idx="16"/>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lstStyle/>
          <a:p>
            <a:pPr>
              <a:buFont typeface="Arial" panose="020B0604020202020204" pitchFamily="34" charset="0"/>
              <a:buChar char="•"/>
            </a:pPr>
            <a:r>
              <a:rPr lang="en-ZA" dirty="0"/>
              <a:t>Sales Performance Summary</a:t>
            </a:r>
          </a:p>
          <a:p>
            <a:pPr marL="742950" lvl="1" indent="-285750">
              <a:buFont typeface="Arial" panose="020B0604020202020204" pitchFamily="34" charset="0"/>
              <a:buChar char="•"/>
            </a:pPr>
            <a:r>
              <a:rPr lang="en-US" dirty="0"/>
              <a:t>High-level overview of sales across products and stores highlights revenue drivers and inefficiencies.</a:t>
            </a:r>
          </a:p>
          <a:p>
            <a:pPr>
              <a:buFont typeface="Arial" panose="020B0604020202020204" pitchFamily="34" charset="0"/>
              <a:buChar char="•"/>
            </a:pPr>
            <a:r>
              <a:rPr lang="en-US" dirty="0"/>
              <a:t>Peak Demand Periods</a:t>
            </a:r>
          </a:p>
          <a:p>
            <a:pPr marL="742950" lvl="1" indent="-285750">
              <a:buFont typeface="Arial" panose="020B0604020202020204" pitchFamily="34" charset="0"/>
              <a:buChar char="•"/>
            </a:pPr>
            <a:r>
              <a:rPr lang="en-US" dirty="0"/>
              <a:t>Sales peak during specific time windows, indicating opportunities for staffing and promotions optimization.</a:t>
            </a:r>
          </a:p>
          <a:p>
            <a:pPr>
              <a:buFont typeface="Arial" panose="020B0604020202020204" pitchFamily="34" charset="0"/>
              <a:buChar char="•"/>
            </a:pPr>
            <a:r>
              <a:rPr lang="en-US" dirty="0"/>
              <a:t>Product Category Insights</a:t>
            </a:r>
          </a:p>
          <a:p>
            <a:pPr marL="742950" lvl="1" indent="-285750">
              <a:buFont typeface="Arial" panose="020B0604020202020204" pitchFamily="34" charset="0"/>
              <a:buChar char="•"/>
            </a:pPr>
            <a:r>
              <a:rPr lang="en-US" dirty="0"/>
              <a:t>Beverages like Coffee and Tea lead sales, with Bakery and Drinking Chocolate as important supporting products.</a:t>
            </a:r>
          </a:p>
          <a:p>
            <a:pPr>
              <a:buFont typeface="Arial" panose="020B0604020202020204" pitchFamily="34" charset="0"/>
              <a:buChar char="•"/>
            </a:pPr>
            <a:r>
              <a:rPr lang="en-US" dirty="0"/>
              <a:t>Localized Store Variations</a:t>
            </a:r>
          </a:p>
          <a:p>
            <a:pPr marL="742950" lvl="1" indent="-285750">
              <a:buFont typeface="Arial" panose="020B0604020202020204" pitchFamily="34" charset="0"/>
              <a:buChar char="•"/>
            </a:pPr>
            <a:r>
              <a:rPr lang="en-US" dirty="0"/>
              <a:t>Each store shows unique demand patterns, emphasizing the need for tailored local strategies.</a:t>
            </a:r>
          </a:p>
        </p:txBody>
      </p:sp>
      <p:sp>
        <p:nvSpPr>
          <p:cNvPr id="6" name="Slide Number Placeholder 5">
            <a:extLst>
              <a:ext uri="{FF2B5EF4-FFF2-40B4-BE49-F238E27FC236}">
                <a16:creationId xmlns:a16="http://schemas.microsoft.com/office/drawing/2014/main" id="{671E81EC-C650-3E20-D52C-3F50414B239B}"/>
              </a:ext>
            </a:extLst>
          </p:cNvPr>
          <p:cNvSpPr>
            <a:spLocks noGrp="1"/>
          </p:cNvSpPr>
          <p:nvPr>
            <p:ph type="sldNum" sz="quarter" idx="12"/>
          </p:nvPr>
        </p:nvSpPr>
        <p:spPr/>
        <p:txBody>
          <a:bodyPr/>
          <a:lstStyle/>
          <a:p>
            <a:fld id="{CC057153-B650-4DEB-B370-79DDCFDCE934}" type="slidenum">
              <a:rPr lang="en-US" smtClean="0"/>
              <a:pPr/>
              <a:t>2</a:t>
            </a:fld>
            <a:endParaRPr lang="en-US"/>
          </a:p>
        </p:txBody>
      </p:sp>
    </p:spTree>
    <p:extLst>
      <p:ext uri="{BB962C8B-B14F-4D97-AF65-F5344CB8AC3E}">
        <p14:creationId xmlns:p14="http://schemas.microsoft.com/office/powerpoint/2010/main" val="15829505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E6945-75DB-1827-5799-DAF2B7B34A83}"/>
              </a:ext>
            </a:extLst>
          </p:cNvPr>
          <p:cNvSpPr>
            <a:spLocks noGrp="1"/>
          </p:cNvSpPr>
          <p:nvPr>
            <p:ph type="title"/>
          </p:nvPr>
        </p:nvSpPr>
        <p:spPr>
          <a:xfrm>
            <a:off x="1207008" y="786384"/>
            <a:ext cx="5669280" cy="914400"/>
          </a:xfrm>
        </p:spPr>
        <p:txBody>
          <a:bodyPr anchor="b">
            <a:normAutofit/>
          </a:bodyPr>
          <a:lstStyle/>
          <a:p>
            <a:pPr>
              <a:lnSpc>
                <a:spcPct val="90000"/>
              </a:lnSpc>
            </a:pPr>
            <a:r>
              <a:rPr lang="en-US" sz="3000"/>
              <a:t>Total Sales by Product Category</a:t>
            </a:r>
          </a:p>
        </p:txBody>
      </p:sp>
      <p:sp>
        <p:nvSpPr>
          <p:cNvPr id="3" name="Footer Placeholder 2">
            <a:extLst>
              <a:ext uri="{FF2B5EF4-FFF2-40B4-BE49-F238E27FC236}">
                <a16:creationId xmlns:a16="http://schemas.microsoft.com/office/drawing/2014/main" id="{1C824796-D0BC-747F-3463-4FAA25DF79CE}"/>
              </a:ext>
            </a:extLst>
          </p:cNvPr>
          <p:cNvSpPr>
            <a:spLocks noGrp="1"/>
          </p:cNvSpPr>
          <p:nvPr>
            <p:ph type="ftr" sz="quarter" idx="16"/>
          </p:nvPr>
        </p:nvSpPr>
        <p:spPr>
          <a:xfrm rot="16200000">
            <a:off x="-1005840" y="1525384"/>
            <a:ext cx="2805405" cy="365125"/>
          </a:xfrm>
        </p:spPr>
        <p:txBody>
          <a:bodyPr anchor="ctr">
            <a:normAutofit/>
          </a:bodyPr>
          <a:lstStyle/>
          <a:p>
            <a:pPr>
              <a:spcAft>
                <a:spcPts val="600"/>
              </a:spcAft>
            </a:pPr>
            <a:r>
              <a:rPr lang="en-US"/>
              <a:t>SAMPLE FOOTER TEXT</a:t>
            </a:r>
          </a:p>
        </p:txBody>
      </p:sp>
      <p:pic>
        <p:nvPicPr>
          <p:cNvPr id="4" name="Picture 3">
            <a:extLst>
              <a:ext uri="{FF2B5EF4-FFF2-40B4-BE49-F238E27FC236}">
                <a16:creationId xmlns:a16="http://schemas.microsoft.com/office/drawing/2014/main" id="{215480F2-8508-A1C3-3DE8-EE3F5253FE5E}"/>
              </a:ext>
            </a:extLst>
          </p:cNvPr>
          <p:cNvPicPr>
            <a:picLocks noChangeAspect="1"/>
          </p:cNvPicPr>
          <p:nvPr/>
        </p:nvPicPr>
        <p:blipFill>
          <a:blip r:embed="rId3"/>
          <a:stretch>
            <a:fillRect/>
          </a:stretch>
        </p:blipFill>
        <p:spPr>
          <a:xfrm>
            <a:off x="7280239" y="2196837"/>
            <a:ext cx="4098966" cy="2459380"/>
          </a:xfrm>
          <a:prstGeom prst="rect">
            <a:avLst/>
          </a:prstGeom>
          <a:noFill/>
        </p:spPr>
      </p:pic>
      <p:sp>
        <p:nvSpPr>
          <p:cNvPr id="5" name="Slide Number Placeholder 4">
            <a:extLst>
              <a:ext uri="{FF2B5EF4-FFF2-40B4-BE49-F238E27FC236}">
                <a16:creationId xmlns:a16="http://schemas.microsoft.com/office/drawing/2014/main" id="{4A041B46-BEDE-1ADB-C8D6-E01EC2F3CDA7}"/>
              </a:ext>
            </a:extLst>
          </p:cNvPr>
          <p:cNvSpPr>
            <a:spLocks noGrp="1"/>
          </p:cNvSpPr>
          <p:nvPr>
            <p:ph type="sldNum" sz="quarter" idx="17"/>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3</a:t>
            </a:fld>
            <a:endParaRPr lang="en-US"/>
          </a:p>
        </p:txBody>
      </p:sp>
      <p:graphicFrame>
        <p:nvGraphicFramePr>
          <p:cNvPr id="9" name="Content Placeholder 6">
            <a:extLst>
              <a:ext uri="{FF2B5EF4-FFF2-40B4-BE49-F238E27FC236}">
                <a16:creationId xmlns:a16="http://schemas.microsoft.com/office/drawing/2014/main" id="{F73F4363-2820-47B3-90EE-6964A496CDBA}"/>
              </a:ext>
            </a:extLst>
          </p:cNvPr>
          <p:cNvGraphicFramePr>
            <a:graphicFrameLocks noGrp="1"/>
          </p:cNvGraphicFramePr>
          <p:nvPr>
            <p:ph sz="quarter" idx="14"/>
            <p:extLst>
              <p:ext uri="{D42A27DB-BD31-4B8C-83A1-F6EECF244321}">
                <p14:modId xmlns:p14="http://schemas.microsoft.com/office/powerpoint/2010/main" val="765090273"/>
              </p:ext>
            </p:extLst>
          </p:nvPr>
        </p:nvGraphicFramePr>
        <p:xfrm>
          <a:off x="1660110" y="1828800"/>
          <a:ext cx="4763077" cy="4206240"/>
        </p:xfrm>
        <a:graphic>
          <a:graphicData uri="http://schemas.openxmlformats.org/drawingml/2006/table">
            <a:tbl>
              <a:tblPr firstRow="1" bandRow="1">
                <a:noFill/>
                <a:tableStyleId>{5C22544A-7EE6-4342-B048-85BDC9FD1C3A}</a:tableStyleId>
              </a:tblPr>
              <a:tblGrid>
                <a:gridCol w="2785784">
                  <a:extLst>
                    <a:ext uri="{9D8B030D-6E8A-4147-A177-3AD203B41FA5}">
                      <a16:colId xmlns:a16="http://schemas.microsoft.com/office/drawing/2014/main" val="962621236"/>
                    </a:ext>
                  </a:extLst>
                </a:gridCol>
                <a:gridCol w="1977293">
                  <a:extLst>
                    <a:ext uri="{9D8B030D-6E8A-4147-A177-3AD203B41FA5}">
                      <a16:colId xmlns:a16="http://schemas.microsoft.com/office/drawing/2014/main" val="1627504050"/>
                    </a:ext>
                  </a:extLst>
                </a:gridCol>
              </a:tblGrid>
              <a:tr h="701040">
                <a:tc>
                  <a:txBody>
                    <a:bodyPr/>
                    <a:lstStyle/>
                    <a:p>
                      <a:pPr>
                        <a:buNone/>
                      </a:pPr>
                      <a:r>
                        <a:rPr lang="en-US" sz="2000" b="1">
                          <a:solidFill>
                            <a:srgbClr val="FFFFFF"/>
                          </a:solidFill>
                        </a:rPr>
                        <a:t>Product Category</a:t>
                      </a:r>
                    </a:p>
                  </a:txBody>
                  <a:tcPr marL="288890" marR="173334" marT="173334" marB="173334" anchor="ctr">
                    <a:lnL w="38100" cap="flat" cmpd="sng" algn="ctr">
                      <a:noFill/>
                      <a:prstDash val="solid"/>
                    </a:lnL>
                    <a:lnR w="38100" cap="flat" cmpd="sng" algn="ctr">
                      <a:solidFill>
                        <a:srgbClr val="FFFFFF"/>
                      </a:solidFill>
                      <a:prstDash val="solid"/>
                    </a:lnR>
                    <a:lnT w="38100" cap="flat" cmpd="sng" algn="ctr">
                      <a:noFill/>
                      <a:prstDash val="solid"/>
                    </a:lnT>
                    <a:lnB w="38100" cap="flat" cmpd="sng" algn="ctr">
                      <a:solidFill>
                        <a:srgbClr val="FFFFFF"/>
                      </a:solidFill>
                      <a:prstDash val="solid"/>
                    </a:lnB>
                    <a:solidFill>
                      <a:srgbClr val="636B68">
                        <a:alpha val="69804"/>
                      </a:srgbClr>
                    </a:solidFill>
                  </a:tcPr>
                </a:tc>
                <a:tc>
                  <a:txBody>
                    <a:bodyPr/>
                    <a:lstStyle/>
                    <a:p>
                      <a:pPr>
                        <a:buNone/>
                      </a:pPr>
                      <a:r>
                        <a:rPr lang="en-US" sz="2000" b="1">
                          <a:solidFill>
                            <a:srgbClr val="FFFFFF"/>
                          </a:solidFill>
                        </a:rPr>
                        <a:t>Total Sales</a:t>
                      </a:r>
                    </a:p>
                  </a:txBody>
                  <a:tcPr marL="288890" marR="173334" marT="173334" marB="173334" anchor="ctr">
                    <a:lnL w="38100" cap="flat" cmpd="sng" algn="ctr">
                      <a:solidFill>
                        <a:srgbClr val="FFFFFF"/>
                      </a:solidFill>
                      <a:prstDash val="solid"/>
                    </a:lnL>
                    <a:lnR w="38100" cap="flat" cmpd="sng" algn="ctr">
                      <a:noFill/>
                      <a:prstDash val="solid"/>
                    </a:lnR>
                    <a:lnT w="38100" cap="flat" cmpd="sng" algn="ctr">
                      <a:noFill/>
                      <a:prstDash val="solid"/>
                    </a:lnT>
                    <a:lnB w="38100" cap="flat" cmpd="sng" algn="ctr">
                      <a:solidFill>
                        <a:srgbClr val="FFFFFF"/>
                      </a:solidFill>
                      <a:prstDash val="solid"/>
                    </a:lnB>
                    <a:solidFill>
                      <a:srgbClr val="636B68">
                        <a:alpha val="69804"/>
                      </a:srgbClr>
                    </a:solidFill>
                  </a:tcPr>
                </a:tc>
                <a:extLst>
                  <a:ext uri="{0D108BD9-81ED-4DB2-BD59-A6C34878D82A}">
                    <a16:rowId xmlns:a16="http://schemas.microsoft.com/office/drawing/2014/main" val="3775308493"/>
                  </a:ext>
                </a:extLst>
              </a:tr>
              <a:tr h="701040">
                <a:tc>
                  <a:txBody>
                    <a:bodyPr/>
                    <a:lstStyle/>
                    <a:p>
                      <a:pPr>
                        <a:buNone/>
                      </a:pPr>
                      <a:r>
                        <a:rPr lang="en-US" sz="2000">
                          <a:solidFill>
                            <a:schemeClr val="tx1">
                              <a:lumMod val="85000"/>
                              <a:lumOff val="15000"/>
                            </a:schemeClr>
                          </a:solidFill>
                        </a:rPr>
                        <a:t>Coffee</a:t>
                      </a:r>
                    </a:p>
                  </a:txBody>
                  <a:tcPr marL="288890" marR="173334" marT="173334" marB="173334" anchor="ctr">
                    <a:lnL w="38100" cap="flat" cmpd="sng" algn="ctr">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buNone/>
                      </a:pPr>
                      <a:r>
                        <a:rPr lang="en-US" sz="2000">
                          <a:solidFill>
                            <a:schemeClr val="tx1">
                              <a:lumMod val="85000"/>
                              <a:lumOff val="15000"/>
                            </a:schemeClr>
                          </a:solidFill>
                        </a:rPr>
                        <a:t>2037.5</a:t>
                      </a:r>
                    </a:p>
                  </a:txBody>
                  <a:tcPr marL="288890" marR="173334" marT="173334" marB="173334" anchor="ctr">
                    <a:lnL w="38100" cap="flat" cmpd="sng" algn="ctr">
                      <a:solidFill>
                        <a:srgbClr val="FFFFFF"/>
                      </a:solidFill>
                      <a:prstDash val="solid"/>
                    </a:lnL>
                    <a:lnR w="38100" cap="flat" cmpd="sng" algn="ctr">
                      <a:no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extLst>
                  <a:ext uri="{0D108BD9-81ED-4DB2-BD59-A6C34878D82A}">
                    <a16:rowId xmlns:a16="http://schemas.microsoft.com/office/drawing/2014/main" val="3841761284"/>
                  </a:ext>
                </a:extLst>
              </a:tr>
              <a:tr h="701040">
                <a:tc>
                  <a:txBody>
                    <a:bodyPr/>
                    <a:lstStyle/>
                    <a:p>
                      <a:pPr>
                        <a:buNone/>
                      </a:pPr>
                      <a:r>
                        <a:rPr lang="en-US" sz="2000">
                          <a:solidFill>
                            <a:schemeClr val="tx1">
                              <a:lumMod val="85000"/>
                              <a:lumOff val="15000"/>
                            </a:schemeClr>
                          </a:solidFill>
                        </a:rPr>
                        <a:t>Tea</a:t>
                      </a:r>
                    </a:p>
                  </a:txBody>
                  <a:tcPr marL="288890" marR="173334" marT="173334" marB="173334" anchor="ctr">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buNone/>
                      </a:pPr>
                      <a:r>
                        <a:rPr lang="en-US" sz="2000">
                          <a:solidFill>
                            <a:schemeClr val="tx1">
                              <a:lumMod val="85000"/>
                              <a:lumOff val="15000"/>
                            </a:schemeClr>
                          </a:solidFill>
                        </a:rPr>
                        <a:t>1421.7</a:t>
                      </a:r>
                    </a:p>
                  </a:txBody>
                  <a:tcPr marL="288890" marR="173334" marT="173334" marB="173334" anchor="ctr">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1319766870"/>
                  </a:ext>
                </a:extLst>
              </a:tr>
              <a:tr h="701040">
                <a:tc>
                  <a:txBody>
                    <a:bodyPr/>
                    <a:lstStyle/>
                    <a:p>
                      <a:pPr>
                        <a:buNone/>
                      </a:pPr>
                      <a:r>
                        <a:rPr lang="en-US" sz="2000">
                          <a:solidFill>
                            <a:schemeClr val="tx1">
                              <a:lumMod val="85000"/>
                              <a:lumOff val="15000"/>
                            </a:schemeClr>
                          </a:solidFill>
                        </a:rPr>
                        <a:t>Bakery</a:t>
                      </a:r>
                    </a:p>
                  </a:txBody>
                  <a:tcPr marL="288890" marR="173334" marT="173334" marB="173334" anchor="ctr">
                    <a:lnL w="38100" cap="flat" cmpd="sng" algn="ctr">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buNone/>
                      </a:pPr>
                      <a:r>
                        <a:rPr lang="en-US" sz="2000">
                          <a:solidFill>
                            <a:schemeClr val="tx1">
                              <a:lumMod val="85000"/>
                              <a:lumOff val="15000"/>
                            </a:schemeClr>
                          </a:solidFill>
                        </a:rPr>
                        <a:t>471.0</a:t>
                      </a:r>
                    </a:p>
                  </a:txBody>
                  <a:tcPr marL="288890" marR="173334" marT="173334" marB="173334" anchor="ctr">
                    <a:lnL w="38100" cap="flat" cmpd="sng" algn="ctr">
                      <a:solidFill>
                        <a:srgbClr val="FFFFFF"/>
                      </a:solidFill>
                      <a:prstDash val="solid"/>
                    </a:lnL>
                    <a:lnR w="38100" cap="flat" cmpd="sng" algn="ctr">
                      <a:no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extLst>
                  <a:ext uri="{0D108BD9-81ED-4DB2-BD59-A6C34878D82A}">
                    <a16:rowId xmlns:a16="http://schemas.microsoft.com/office/drawing/2014/main" val="3781366062"/>
                  </a:ext>
                </a:extLst>
              </a:tr>
              <a:tr h="701040">
                <a:tc>
                  <a:txBody>
                    <a:bodyPr/>
                    <a:lstStyle/>
                    <a:p>
                      <a:pPr>
                        <a:buNone/>
                      </a:pPr>
                      <a:r>
                        <a:rPr lang="en-US" sz="2000">
                          <a:solidFill>
                            <a:schemeClr val="tx1">
                              <a:lumMod val="85000"/>
                              <a:lumOff val="15000"/>
                            </a:schemeClr>
                          </a:solidFill>
                        </a:rPr>
                        <a:t>Drinking Chocolate</a:t>
                      </a:r>
                    </a:p>
                  </a:txBody>
                  <a:tcPr marL="288890" marR="173334" marT="173334" marB="173334" anchor="ctr">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buNone/>
                      </a:pPr>
                      <a:r>
                        <a:rPr lang="en-US" sz="2000">
                          <a:solidFill>
                            <a:schemeClr val="tx1">
                              <a:lumMod val="85000"/>
                              <a:lumOff val="15000"/>
                            </a:schemeClr>
                          </a:solidFill>
                        </a:rPr>
                        <a:t>466.0</a:t>
                      </a:r>
                    </a:p>
                  </a:txBody>
                  <a:tcPr marL="288890" marR="173334" marT="173334" marB="173334" anchor="ctr">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2161359071"/>
                  </a:ext>
                </a:extLst>
              </a:tr>
              <a:tr h="701040">
                <a:tc>
                  <a:txBody>
                    <a:bodyPr/>
                    <a:lstStyle/>
                    <a:p>
                      <a:pPr>
                        <a:buNone/>
                      </a:pPr>
                      <a:r>
                        <a:rPr lang="en-US" sz="2000">
                          <a:solidFill>
                            <a:schemeClr val="tx1">
                              <a:lumMod val="85000"/>
                              <a:lumOff val="15000"/>
                            </a:schemeClr>
                          </a:solidFill>
                        </a:rPr>
                        <a:t>Grand Total</a:t>
                      </a:r>
                    </a:p>
                  </a:txBody>
                  <a:tcPr marL="288890" marR="173334" marT="173334" marB="173334" anchor="ctr">
                    <a:lnL w="38100" cap="flat" cmpd="sng" algn="ctr">
                      <a:noFill/>
                      <a:prstDash val="solid"/>
                    </a:lnL>
                    <a:lnR w="38100" cap="flat" cmpd="sng" algn="ctr">
                      <a:solidFill>
                        <a:srgbClr val="FFFFFF"/>
                      </a:solidFill>
                      <a:prstDash val="solid"/>
                    </a:lnR>
                    <a:lnT w="38100" cap="flat" cmpd="sng" algn="ctr">
                      <a:solidFill>
                        <a:srgbClr val="FFFFFF"/>
                      </a:solidFill>
                      <a:prstDash val="solid"/>
                    </a:lnT>
                    <a:lnB w="12700" cmpd="sng">
                      <a:noFill/>
                      <a:prstDash val="solid"/>
                    </a:lnB>
                    <a:solidFill>
                      <a:srgbClr val="878E8B">
                        <a:alpha val="14902"/>
                      </a:srgbClr>
                    </a:solidFill>
                  </a:tcPr>
                </a:tc>
                <a:tc>
                  <a:txBody>
                    <a:bodyPr/>
                    <a:lstStyle/>
                    <a:p>
                      <a:pPr>
                        <a:buNone/>
                      </a:pPr>
                      <a:r>
                        <a:rPr lang="en-US" sz="2000">
                          <a:solidFill>
                            <a:schemeClr val="tx1">
                              <a:lumMod val="85000"/>
                              <a:lumOff val="15000"/>
                            </a:schemeClr>
                          </a:solidFill>
                        </a:rPr>
                        <a:t>4396.2</a:t>
                      </a:r>
                    </a:p>
                  </a:txBody>
                  <a:tcPr marL="288890" marR="173334" marT="173334" marB="173334" anchor="ctr">
                    <a:lnL w="38100" cap="flat" cmpd="sng" algn="ctr">
                      <a:solidFill>
                        <a:srgbClr val="FFFFFF"/>
                      </a:solidFill>
                      <a:prstDash val="solid"/>
                    </a:lnL>
                    <a:lnR w="38100" cap="flat" cmpd="sng" algn="ctr">
                      <a:noFill/>
                      <a:prstDash val="solid"/>
                    </a:lnR>
                    <a:lnT w="38100" cap="flat" cmpd="sng" algn="ctr">
                      <a:solidFill>
                        <a:srgbClr val="FFFFFF"/>
                      </a:solidFill>
                      <a:prstDash val="solid"/>
                    </a:lnT>
                    <a:lnB w="12700" cmpd="sng">
                      <a:noFill/>
                      <a:prstDash val="solid"/>
                    </a:lnB>
                    <a:solidFill>
                      <a:srgbClr val="878E8B">
                        <a:alpha val="14902"/>
                      </a:srgbClr>
                    </a:solidFill>
                  </a:tcPr>
                </a:tc>
                <a:extLst>
                  <a:ext uri="{0D108BD9-81ED-4DB2-BD59-A6C34878D82A}">
                    <a16:rowId xmlns:a16="http://schemas.microsoft.com/office/drawing/2014/main" val="1551171145"/>
                  </a:ext>
                </a:extLst>
              </a:tr>
            </a:tbl>
          </a:graphicData>
        </a:graphic>
      </p:graphicFrame>
    </p:spTree>
    <p:extLst>
      <p:ext uri="{BB962C8B-B14F-4D97-AF65-F5344CB8AC3E}">
        <p14:creationId xmlns:p14="http://schemas.microsoft.com/office/powerpoint/2010/main" val="37947238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4E637-12CA-7597-5F5E-7EAAF7DCB18D}"/>
              </a:ext>
            </a:extLst>
          </p:cNvPr>
          <p:cNvSpPr>
            <a:spLocks noGrp="1"/>
          </p:cNvSpPr>
          <p:nvPr>
            <p:ph type="title"/>
          </p:nvPr>
        </p:nvSpPr>
        <p:spPr>
          <a:xfrm>
            <a:off x="1207008" y="1596788"/>
            <a:ext cx="9997804" cy="1274935"/>
          </a:xfrm>
        </p:spPr>
        <p:txBody>
          <a:bodyPr anchor="b">
            <a:normAutofit/>
          </a:bodyPr>
          <a:lstStyle/>
          <a:p>
            <a:pPr algn="ctr"/>
            <a:r>
              <a:rPr lang="en-US" dirty="0"/>
              <a:t>Sales by Store Location</a:t>
            </a:r>
          </a:p>
        </p:txBody>
      </p:sp>
      <p:sp>
        <p:nvSpPr>
          <p:cNvPr id="3" name="Footer Placeholder 2">
            <a:extLst>
              <a:ext uri="{FF2B5EF4-FFF2-40B4-BE49-F238E27FC236}">
                <a16:creationId xmlns:a16="http://schemas.microsoft.com/office/drawing/2014/main" id="{F70D4369-3D90-DFA3-9E9B-EBBC99EC7B33}"/>
              </a:ext>
            </a:extLst>
          </p:cNvPr>
          <p:cNvSpPr>
            <a:spLocks noGrp="1"/>
          </p:cNvSpPr>
          <p:nvPr>
            <p:ph type="ftr" sz="quarter" idx="11"/>
          </p:nvPr>
        </p:nvSpPr>
        <p:spPr>
          <a:xfrm rot="16200000">
            <a:off x="-1005840" y="1525384"/>
            <a:ext cx="2805405" cy="365125"/>
          </a:xfrm>
        </p:spPr>
        <p:txBody>
          <a:bodyPr anchor="ctr">
            <a:normAutofit/>
          </a:bodyPr>
          <a:lstStyle/>
          <a:p>
            <a:pPr>
              <a:spcAft>
                <a:spcPts val="600"/>
              </a:spcAft>
            </a:pPr>
            <a:r>
              <a:rPr lang="en-US"/>
              <a:t>SAMPLE FOOTER TEXT</a:t>
            </a:r>
          </a:p>
        </p:txBody>
      </p:sp>
      <p:graphicFrame>
        <p:nvGraphicFramePr>
          <p:cNvPr id="10" name="Content Placeholder 4">
            <a:extLst>
              <a:ext uri="{FF2B5EF4-FFF2-40B4-BE49-F238E27FC236}">
                <a16:creationId xmlns:a16="http://schemas.microsoft.com/office/drawing/2014/main" id="{4EE6599B-308C-031B-25DC-B26F09538F9E}"/>
              </a:ext>
            </a:extLst>
          </p:cNvPr>
          <p:cNvGraphicFramePr>
            <a:graphicFrameLocks noGrp="1"/>
          </p:cNvGraphicFramePr>
          <p:nvPr>
            <p:ph sz="quarter" idx="13"/>
            <p:extLst>
              <p:ext uri="{D42A27DB-BD31-4B8C-83A1-F6EECF244321}">
                <p14:modId xmlns:p14="http://schemas.microsoft.com/office/powerpoint/2010/main" val="2241958327"/>
              </p:ex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1207008" y="3594099"/>
          <a:ext cx="9601200" cy="23774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5">
            <a:extLst>
              <a:ext uri="{FF2B5EF4-FFF2-40B4-BE49-F238E27FC236}">
                <a16:creationId xmlns:a16="http://schemas.microsoft.com/office/drawing/2014/main" id="{99479FF4-6BC1-786D-8F08-945C941A2A69}"/>
              </a:ext>
            </a:extLst>
          </p:cNvPr>
          <p:cNvSpPr>
            <a:spLocks noGrp="1"/>
          </p:cNvSpPr>
          <p:nvPr>
            <p:ph type="sldNum" sz="quarter" idx="12"/>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4</a:t>
            </a:fld>
            <a:endParaRPr lang="en-US"/>
          </a:p>
        </p:txBody>
      </p:sp>
    </p:spTree>
    <p:extLst>
      <p:ext uri="{BB962C8B-B14F-4D97-AF65-F5344CB8AC3E}">
        <p14:creationId xmlns:p14="http://schemas.microsoft.com/office/powerpoint/2010/main" val="15399019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81435-45E0-FB8C-757E-395260DDA6DA}"/>
              </a:ext>
            </a:extLst>
          </p:cNvPr>
          <p:cNvSpPr>
            <a:spLocks noGrp="1"/>
          </p:cNvSpPr>
          <p:nvPr>
            <p:ph type="title"/>
          </p:nvPr>
        </p:nvSpPr>
        <p:spPr>
          <a:xfrm>
            <a:off x="1066800" y="640080"/>
            <a:ext cx="10058400" cy="777239"/>
          </a:xfrm>
        </p:spPr>
        <p:txBody>
          <a:bodyPr anchor="t">
            <a:normAutofit/>
          </a:bodyPr>
          <a:lstStyle/>
          <a:p>
            <a:r>
              <a:rPr lang="en-US"/>
              <a:t>Overall Sales by Time of Day</a:t>
            </a:r>
          </a:p>
        </p:txBody>
      </p:sp>
      <p:sp>
        <p:nvSpPr>
          <p:cNvPr id="3" name="Footer Placeholder 2">
            <a:extLst>
              <a:ext uri="{FF2B5EF4-FFF2-40B4-BE49-F238E27FC236}">
                <a16:creationId xmlns:a16="http://schemas.microsoft.com/office/drawing/2014/main" id="{47A938F3-725F-B05D-15EB-420BA14BD038}"/>
              </a:ext>
            </a:extLst>
          </p:cNvPr>
          <p:cNvSpPr>
            <a:spLocks noGrp="1"/>
          </p:cNvSpPr>
          <p:nvPr>
            <p:ph type="ftr" sz="quarter" idx="11"/>
          </p:nvPr>
        </p:nvSpPr>
        <p:spPr>
          <a:xfrm rot="16200000">
            <a:off x="-1005840" y="1525384"/>
            <a:ext cx="2805405" cy="365125"/>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E68AB3CF-F213-F2B7-1E6C-962505749BD4}"/>
              </a:ext>
            </a:extLst>
          </p:cNvPr>
          <p:cNvSpPr>
            <a:spLocks noGrp="1"/>
          </p:cNvSpPr>
          <p:nvPr>
            <p:ph type="sldNum" sz="quarter" idx="12"/>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5</a:t>
            </a:fld>
            <a:endParaRPr lang="en-US"/>
          </a:p>
        </p:txBody>
      </p:sp>
      <p:graphicFrame>
        <p:nvGraphicFramePr>
          <p:cNvPr id="4" name="Chart 3">
            <a:extLst>
              <a:ext uri="{FF2B5EF4-FFF2-40B4-BE49-F238E27FC236}">
                <a16:creationId xmlns:a16="http://schemas.microsoft.com/office/drawing/2014/main" id="{15E912F5-7205-0D89-D0D3-31E809E5038E}"/>
              </a:ext>
            </a:extLst>
          </p:cNvPr>
          <p:cNvGraphicFramePr/>
          <p:nvPr>
            <p:extLst>
              <p:ext uri="{D42A27DB-BD31-4B8C-83A1-F6EECF244321}">
                <p14:modId xmlns:p14="http://schemas.microsoft.com/office/powerpoint/2010/main" val="3156386991"/>
              </p:ext>
            </p:extLst>
          </p:nvPr>
        </p:nvGraphicFramePr>
        <p:xfrm>
          <a:off x="1069848" y="1463040"/>
          <a:ext cx="10052050" cy="475456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6318867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B778C-19C8-4ACA-277F-0512C42DE85A}"/>
              </a:ext>
            </a:extLst>
          </p:cNvPr>
          <p:cNvSpPr>
            <a:spLocks noGrp="1"/>
          </p:cNvSpPr>
          <p:nvPr>
            <p:ph type="title"/>
          </p:nvPr>
        </p:nvSpPr>
        <p:spPr/>
        <p:txBody>
          <a:bodyPr/>
          <a:lstStyle/>
          <a:p>
            <a:r>
              <a:rPr lang="en-US"/>
              <a:t>Coffee Performance Insights</a:t>
            </a:r>
          </a:p>
        </p:txBody>
      </p:sp>
      <p:sp>
        <p:nvSpPr>
          <p:cNvPr id="3" name="Footer Placeholder 2">
            <a:extLst>
              <a:ext uri="{FF2B5EF4-FFF2-40B4-BE49-F238E27FC236}">
                <a16:creationId xmlns:a16="http://schemas.microsoft.com/office/drawing/2014/main" id="{89822DEE-6ABD-B0A3-69BC-C1DA45AE6A2C}"/>
              </a:ext>
            </a:extLst>
          </p:cNvPr>
          <p:cNvSpPr>
            <a:spLocks noGrp="1"/>
          </p:cNvSpPr>
          <p:nvPr>
            <p:ph type="ftr" sz="quarter" idx="11"/>
          </p:nvPr>
        </p:nvSpPr>
        <p:spPr/>
        <p:txBody>
          <a:bodyPr/>
          <a:lstStyle/>
          <a:p>
            <a:r>
              <a:rPr lang="en-US"/>
              <a:t>SAMPLE FOOTER TEXT</a:t>
            </a:r>
          </a:p>
        </p:txBody>
      </p:sp>
      <p:pic>
        <p:nvPicPr>
          <p:cNvPr id="7" name="Content Placeholder 6" descr="Hot Coffee Retro Alarm Clock">
            <a:extLst>
              <a:ext uri="{FF2B5EF4-FFF2-40B4-BE49-F238E27FC236}">
                <a16:creationId xmlns:a16="http://schemas.microsoft.com/office/drawing/2014/main" id="{59DAB963-6B8F-43A9-83D0-792CEEC7A500}"/>
              </a:ext>
            </a:extLst>
          </p:cNvPr>
          <p:cNvPicPr>
            <a:picLocks noGrp="1" noChangeAspect="1"/>
          </p:cNvPicPr>
          <p:nvPr>
            <p:ph sz="quarter" idx="15"/>
          </p:nvPr>
        </p:nvPicPr>
        <p:blipFill>
          <a:blip r:embed="rId3"/>
          <a:stretch>
            <a:fillRect/>
          </a:stretch>
        </p:blipFill>
        <p:spPr>
          <a:xfrm>
            <a:off x="1060450" y="2415240"/>
            <a:ext cx="4768850" cy="3178457"/>
          </a:xfrm>
          <a:prstGeom prst="rect">
            <a:avLst/>
          </a:prstGeom>
        </p:spPr>
      </p:pic>
      <p:sp>
        <p:nvSpPr>
          <p:cNvPr id="5" name="Content Placeholder 4">
            <a:extLst>
              <a:ext uri="{FF2B5EF4-FFF2-40B4-BE49-F238E27FC236}">
                <a16:creationId xmlns:a16="http://schemas.microsoft.com/office/drawing/2014/main" id="{C51BD8F5-C0C2-73E8-0FE0-68EB0E178227}"/>
              </a:ext>
            </a:extLst>
          </p:cNvPr>
          <p:cNvSpPr>
            <a:spLocks noGrp="1"/>
          </p:cNvSpPr>
          <p:nvPr>
            <p:ph sz="quarter" idx="16"/>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lstStyle/>
          <a:p>
            <a:pPr>
              <a:buFont typeface="Arial" panose="020B0604020202020204" pitchFamily="34" charset="0"/>
              <a:buChar char="•"/>
            </a:pPr>
            <a:r>
              <a:t>Sales Peaks Timing</a:t>
            </a:r>
          </a:p>
          <a:p>
            <a:pPr marL="742950" lvl="1" indent="-285750">
              <a:buFont typeface="Arial" panose="020B0604020202020204" pitchFamily="34" charset="0"/>
              <a:buChar char="•"/>
            </a:pPr>
            <a:r>
              <a:t>Coffee sales peak consistently in the Afternoon and perform well in the Late Morning across all locations.</a:t>
            </a:r>
          </a:p>
          <a:p>
            <a:pPr>
              <a:buFont typeface="Arial" panose="020B0604020202020204" pitchFamily="34" charset="0"/>
              <a:buChar char="•"/>
            </a:pPr>
            <a:r>
              <a:t>Early Morning Demand</a:t>
            </a:r>
          </a:p>
          <a:p>
            <a:pPr marL="742950" lvl="1" indent="-285750">
              <a:buFont typeface="Arial" panose="020B0604020202020204" pitchFamily="34" charset="0"/>
              <a:buChar char="•"/>
            </a:pPr>
            <a:r>
              <a:t>Lower Manhattan shows strong Early Morning coffee sales driven by commuters and weekday routines.</a:t>
            </a:r>
          </a:p>
          <a:p>
            <a:pPr>
              <a:buFont typeface="Arial" panose="020B0604020202020204" pitchFamily="34" charset="0"/>
              <a:buChar char="•"/>
            </a:pPr>
            <a:r>
              <a:t>Evening Sales Drop</a:t>
            </a:r>
          </a:p>
          <a:p>
            <a:pPr marL="742950" lvl="1" indent="-285750">
              <a:buFont typeface="Arial" panose="020B0604020202020204" pitchFamily="34" charset="0"/>
              <a:buChar char="•"/>
            </a:pPr>
            <a:r>
              <a:t>Coffee sales decline noticeably in Evening and Night periods, especially outside Astoria.</a:t>
            </a:r>
          </a:p>
          <a:p>
            <a:pPr>
              <a:buFont typeface="Arial" panose="020B0604020202020204" pitchFamily="34" charset="0"/>
              <a:buChar char="•"/>
            </a:pPr>
            <a:r>
              <a:t>Strategic Focus</a:t>
            </a:r>
          </a:p>
          <a:p>
            <a:pPr marL="742950" lvl="1" indent="-285750">
              <a:buFont typeface="Arial" panose="020B0604020202020204" pitchFamily="34" charset="0"/>
              <a:buChar char="•"/>
            </a:pPr>
            <a:r>
              <a:t>Focus on optimizing timing and premium offerings rather than expanding coffee categories to enhance revenue.</a:t>
            </a:r>
            <a:endParaRPr lang="en-US"/>
          </a:p>
        </p:txBody>
      </p:sp>
      <p:sp>
        <p:nvSpPr>
          <p:cNvPr id="6" name="Slide Number Placeholder 5">
            <a:extLst>
              <a:ext uri="{FF2B5EF4-FFF2-40B4-BE49-F238E27FC236}">
                <a16:creationId xmlns:a16="http://schemas.microsoft.com/office/drawing/2014/main" id="{1695D01C-F6DE-30B4-0DD9-D487DA6476B3}"/>
              </a:ext>
            </a:extLst>
          </p:cNvPr>
          <p:cNvSpPr>
            <a:spLocks noGrp="1"/>
          </p:cNvSpPr>
          <p:nvPr>
            <p:ph type="sldNum" sz="quarter" idx="12"/>
          </p:nvPr>
        </p:nvSpPr>
        <p:spPr/>
        <p:txBody>
          <a:bodyPr/>
          <a:lstStyle/>
          <a:p>
            <a:fld id="{CC057153-B650-4DEB-B370-79DDCFDCE934}" type="slidenum">
              <a:rPr lang="en-US" smtClean="0"/>
              <a:pPr/>
              <a:t>6</a:t>
            </a:fld>
            <a:endParaRPr lang="en-US"/>
          </a:p>
        </p:txBody>
      </p:sp>
    </p:spTree>
    <p:extLst>
      <p:ext uri="{BB962C8B-B14F-4D97-AF65-F5344CB8AC3E}">
        <p14:creationId xmlns:p14="http://schemas.microsoft.com/office/powerpoint/2010/main" val="22775166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4CD85-89D6-E288-8405-8769AEA8F197}"/>
              </a:ext>
            </a:extLst>
          </p:cNvPr>
          <p:cNvSpPr>
            <a:spLocks noGrp="1"/>
          </p:cNvSpPr>
          <p:nvPr>
            <p:ph type="title"/>
          </p:nvPr>
        </p:nvSpPr>
        <p:spPr>
          <a:xfrm>
            <a:off x="1066800" y="640080"/>
            <a:ext cx="10058400" cy="777239"/>
          </a:xfrm>
        </p:spPr>
        <p:txBody>
          <a:bodyPr anchor="t">
            <a:normAutofit/>
          </a:bodyPr>
          <a:lstStyle/>
          <a:p>
            <a:r>
              <a:rPr lang="en-US"/>
              <a:t>Tea Performance Insights</a:t>
            </a:r>
          </a:p>
        </p:txBody>
      </p:sp>
      <p:sp>
        <p:nvSpPr>
          <p:cNvPr id="3" name="Footer Placeholder 2">
            <a:extLst>
              <a:ext uri="{FF2B5EF4-FFF2-40B4-BE49-F238E27FC236}">
                <a16:creationId xmlns:a16="http://schemas.microsoft.com/office/drawing/2014/main" id="{5FE289FB-11CC-7851-DA59-CB68DADC5A3F}"/>
              </a:ext>
            </a:extLst>
          </p:cNvPr>
          <p:cNvSpPr>
            <a:spLocks noGrp="1"/>
          </p:cNvSpPr>
          <p:nvPr>
            <p:ph type="ftr" sz="quarter" idx="11"/>
          </p:nvPr>
        </p:nvSpPr>
        <p:spPr>
          <a:xfrm rot="16200000">
            <a:off x="-1005840" y="1525384"/>
            <a:ext cx="2805405" cy="365125"/>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DDFE4323-60E3-DCE6-E088-FE762112B615}"/>
              </a:ext>
            </a:extLst>
          </p:cNvPr>
          <p:cNvSpPr>
            <a:spLocks noGrp="1"/>
          </p:cNvSpPr>
          <p:nvPr>
            <p:ph type="sldNum" sz="quarter" idx="12"/>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7</a:t>
            </a:fld>
            <a:endParaRPr lang="en-US"/>
          </a:p>
        </p:txBody>
      </p:sp>
      <p:graphicFrame>
        <p:nvGraphicFramePr>
          <p:cNvPr id="6" name="Content Placeholder 5">
            <a:extLst>
              <a:ext uri="{FF2B5EF4-FFF2-40B4-BE49-F238E27FC236}">
                <a16:creationId xmlns:a16="http://schemas.microsoft.com/office/drawing/2014/main" id="{069939EC-31E2-49CE-90A7-3F1C8B082877}"/>
              </a:ext>
            </a:extLst>
          </p:cNvPr>
          <p:cNvGraphicFramePr>
            <a:graphicFrameLocks noGrp="1"/>
          </p:cNvGraphicFramePr>
          <p:nvPr>
            <p:ph sz="quarter" idx="13"/>
            <p:extLst>
              <p:ext uri="{D42A27DB-BD31-4B8C-83A1-F6EECF244321}">
                <p14:modId xmlns:p14="http://schemas.microsoft.com/office/powerpoint/2010/main" val="1124584991"/>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1069848" y="1463040"/>
          <a:ext cx="10052050" cy="47545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904483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B184E-B704-7625-9F71-4B81FB0E138D}"/>
              </a:ext>
            </a:extLst>
          </p:cNvPr>
          <p:cNvSpPr>
            <a:spLocks noGrp="1"/>
          </p:cNvSpPr>
          <p:nvPr>
            <p:ph type="title"/>
          </p:nvPr>
        </p:nvSpPr>
        <p:spPr>
          <a:xfrm>
            <a:off x="1207007" y="786384"/>
            <a:ext cx="5456295" cy="1005840"/>
          </a:xfrm>
        </p:spPr>
        <p:txBody>
          <a:bodyPr anchor="b">
            <a:normAutofit/>
          </a:bodyPr>
          <a:lstStyle/>
          <a:p>
            <a:pPr>
              <a:lnSpc>
                <a:spcPct val="90000"/>
              </a:lnSpc>
            </a:pPr>
            <a:r>
              <a:rPr lang="en-US"/>
              <a:t>Bakery &amp; Drinking Chocolate Insights</a:t>
            </a:r>
          </a:p>
        </p:txBody>
      </p:sp>
      <p:sp>
        <p:nvSpPr>
          <p:cNvPr id="3" name="Footer Placeholder 2">
            <a:extLst>
              <a:ext uri="{FF2B5EF4-FFF2-40B4-BE49-F238E27FC236}">
                <a16:creationId xmlns:a16="http://schemas.microsoft.com/office/drawing/2014/main" id="{05C8AE0B-0566-511D-50C7-6778864526ED}"/>
              </a:ext>
            </a:extLst>
          </p:cNvPr>
          <p:cNvSpPr>
            <a:spLocks noGrp="1"/>
          </p:cNvSpPr>
          <p:nvPr>
            <p:ph type="ftr" sz="quarter" idx="16"/>
          </p:nvPr>
        </p:nvSpPr>
        <p:spPr>
          <a:xfrm rot="16200000">
            <a:off x="-1005840" y="1525384"/>
            <a:ext cx="2805405" cy="365125"/>
          </a:xfrm>
        </p:spPr>
        <p:txBody>
          <a:bodyPr anchor="ctr">
            <a:normAutofit/>
          </a:bodyPr>
          <a:lstStyle/>
          <a:p>
            <a:pPr>
              <a:spcAft>
                <a:spcPts val="600"/>
              </a:spcAft>
            </a:pPr>
            <a:r>
              <a:rPr lang="en-US"/>
              <a:t>SAMPLE FOOTER TEXT</a:t>
            </a:r>
          </a:p>
        </p:txBody>
      </p:sp>
      <p:sp>
        <p:nvSpPr>
          <p:cNvPr id="5" name="Content Placeholder 4">
            <a:extLst>
              <a:ext uri="{FF2B5EF4-FFF2-40B4-BE49-F238E27FC236}">
                <a16:creationId xmlns:a16="http://schemas.microsoft.com/office/drawing/2014/main" id="{D6437A17-20C8-5382-A2AF-832DC220818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207007" y="1920240"/>
            <a:ext cx="5456295" cy="4206240"/>
          </a:xfrm>
        </p:spPr>
        <p:txBody>
          <a:bodyPr>
            <a:normAutofit/>
          </a:bodyPr>
          <a:lstStyle/>
          <a:p>
            <a:pPr marL="0" indent="0">
              <a:spcBef>
                <a:spcPts val="2500"/>
              </a:spcBef>
              <a:buFont typeface="Arial" panose="020B0604020202020204" pitchFamily="34" charset="0"/>
              <a:buNone/>
            </a:pPr>
            <a:r>
              <a:rPr lang="en-ZA" b="1"/>
              <a:t>Time-of-Day Sales Sensitivity</a:t>
            </a:r>
          </a:p>
          <a:p>
            <a:pPr marL="0" lvl="1" indent="0">
              <a:buFont typeface="Arial" panose="020B0604020202020204" pitchFamily="34" charset="0"/>
              <a:buNone/>
            </a:pPr>
            <a:r>
              <a:t>Bakery sales peak in the evening, especially in Astoria and Lower Manhattan, reflecting discretionary snack behavior.</a:t>
            </a:r>
            <a:endParaRPr lang="en-ZA"/>
          </a:p>
          <a:p>
            <a:pPr marL="0" indent="0">
              <a:spcBef>
                <a:spcPts val="2500"/>
              </a:spcBef>
              <a:buFont typeface="Arial" panose="020B0604020202020204" pitchFamily="34" charset="0"/>
              <a:buNone/>
            </a:pPr>
            <a:r>
              <a:rPr lang="en-ZA" b="1"/>
              <a:t>Drinking Chocolate Night Strength</a:t>
            </a:r>
          </a:p>
          <a:p>
            <a:pPr marL="0" lvl="1" indent="0">
              <a:buFont typeface="Arial" panose="020B0604020202020204" pitchFamily="34" charset="0"/>
              <a:buNone/>
            </a:pPr>
            <a:r>
              <a:t>Drinking Chocolate performs strongly at night in Astoria, outperforming other locations during late hours.</a:t>
            </a:r>
            <a:endParaRPr lang="en-ZA"/>
          </a:p>
          <a:p>
            <a:pPr marL="0" indent="0">
              <a:spcBef>
                <a:spcPts val="2500"/>
              </a:spcBef>
              <a:buFont typeface="Arial" panose="020B0604020202020204" pitchFamily="34" charset="0"/>
              <a:buNone/>
            </a:pPr>
            <a:r>
              <a:rPr lang="en-ZA" b="1"/>
              <a:t>Targeted Production and Promotion</a:t>
            </a:r>
          </a:p>
          <a:p>
            <a:pPr marL="0" lvl="1" indent="0">
              <a:buFont typeface="Arial" panose="020B0604020202020204" pitchFamily="34" charset="0"/>
              <a:buNone/>
            </a:pPr>
            <a:r>
              <a:t>Align bakery production with evening demand and promote Drinking Chocolate during cold or late periods to reduce waste.</a:t>
            </a:r>
            <a:endParaRPr lang="en-ZA"/>
          </a:p>
          <a:p>
            <a:pPr marL="0" indent="0">
              <a:spcBef>
                <a:spcPts val="2500"/>
              </a:spcBef>
              <a:buFont typeface="Arial" panose="020B0604020202020204" pitchFamily="34" charset="0"/>
              <a:buNone/>
            </a:pPr>
            <a:r>
              <a:rPr lang="en-ZA" b="1"/>
              <a:t>Strategic Product Management</a:t>
            </a:r>
          </a:p>
          <a:p>
            <a:pPr marL="0" lvl="1" indent="0">
              <a:buFont typeface="Arial" panose="020B0604020202020204" pitchFamily="34" charset="0"/>
              <a:buNone/>
            </a:pPr>
            <a:r>
              <a:t>Manage these items as margin enhancers and experience differentiators, not as core volume drivers.</a:t>
            </a:r>
            <a:endParaRPr lang="en-ZA"/>
          </a:p>
        </p:txBody>
      </p:sp>
      <p:pic>
        <p:nvPicPr>
          <p:cNvPr id="7" name="Content Placeholder 6" descr="Two cups in wooden background,">
            <a:extLst>
              <a:ext uri="{FF2B5EF4-FFF2-40B4-BE49-F238E27FC236}">
                <a16:creationId xmlns:a16="http://schemas.microsoft.com/office/drawing/2014/main" id="{8FCFAD54-A296-4083-83C4-9C5A912D74BC}"/>
              </a:ext>
            </a:extLst>
          </p:cNvPr>
          <p:cNvPicPr>
            <a:picLocks noGrp="1" noChangeAspect="1"/>
          </p:cNvPicPr>
          <p:nvPr>
            <p:ph type="pic" sz="quarter" idx="13"/>
          </p:nvPr>
        </p:nvPicPr>
        <p:blipFill>
          <a:blip r:embed="rId3"/>
          <a:srcRect l="26259" r="26259"/>
          <a:stretch/>
        </p:blipFill>
        <p:spPr>
          <a:xfrm>
            <a:off x="7078850" y="402336"/>
            <a:ext cx="4305981" cy="6053328"/>
          </a:xfrm>
          <a:noFill/>
        </p:spPr>
      </p:pic>
      <p:sp>
        <p:nvSpPr>
          <p:cNvPr id="6" name="Slide Number Placeholder 5">
            <a:extLst>
              <a:ext uri="{FF2B5EF4-FFF2-40B4-BE49-F238E27FC236}">
                <a16:creationId xmlns:a16="http://schemas.microsoft.com/office/drawing/2014/main" id="{9F00D301-93AB-C3F4-44D4-FE4376168919}"/>
              </a:ext>
            </a:extLst>
          </p:cNvPr>
          <p:cNvSpPr>
            <a:spLocks noGrp="1"/>
          </p:cNvSpPr>
          <p:nvPr>
            <p:ph type="sldNum" sz="quarter" idx="17"/>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8</a:t>
            </a:fld>
            <a:endParaRPr lang="en-US"/>
          </a:p>
        </p:txBody>
      </p:sp>
    </p:spTree>
    <p:extLst>
      <p:ext uri="{BB962C8B-B14F-4D97-AF65-F5344CB8AC3E}">
        <p14:creationId xmlns:p14="http://schemas.microsoft.com/office/powerpoint/2010/main" val="35751871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7B146-21E9-4C48-9C42-D3E44DDB8892}"/>
              </a:ext>
            </a:extLst>
          </p:cNvPr>
          <p:cNvSpPr>
            <a:spLocks noGrp="1"/>
          </p:cNvSpPr>
          <p:nvPr>
            <p:ph type="title"/>
          </p:nvPr>
        </p:nvSpPr>
        <p:spPr>
          <a:xfrm>
            <a:off x="1207008" y="786384"/>
            <a:ext cx="9784080" cy="640080"/>
          </a:xfrm>
        </p:spPr>
        <p:txBody>
          <a:bodyPr anchor="t">
            <a:normAutofit/>
          </a:bodyPr>
          <a:lstStyle/>
          <a:p>
            <a:r>
              <a:rPr lang="en-US"/>
              <a:t>Key Strategic Observations</a:t>
            </a:r>
          </a:p>
        </p:txBody>
      </p:sp>
      <p:sp>
        <p:nvSpPr>
          <p:cNvPr id="3" name="Footer Placeholder 2">
            <a:extLst>
              <a:ext uri="{FF2B5EF4-FFF2-40B4-BE49-F238E27FC236}">
                <a16:creationId xmlns:a16="http://schemas.microsoft.com/office/drawing/2014/main" id="{C9B69616-A94C-EAC1-96F8-A345D7E40EE4}"/>
              </a:ext>
            </a:extLst>
          </p:cNvPr>
          <p:cNvSpPr>
            <a:spLocks noGrp="1"/>
          </p:cNvSpPr>
          <p:nvPr>
            <p:ph type="ftr" sz="quarter" idx="11"/>
          </p:nvPr>
        </p:nvSpPr>
        <p:spPr>
          <a:xfrm rot="16200000">
            <a:off x="-1005840" y="1525384"/>
            <a:ext cx="2805405" cy="365125"/>
          </a:xfrm>
        </p:spPr>
        <p:txBody>
          <a:bodyPr anchor="ctr">
            <a:normAutofit/>
          </a:bodyPr>
          <a:lstStyle/>
          <a:p>
            <a:pPr>
              <a:spcAft>
                <a:spcPts val="600"/>
              </a:spcAft>
            </a:pPr>
            <a:r>
              <a:rPr lang="en-US"/>
              <a:t>SAMPLE FOOTER TEXT</a:t>
            </a:r>
          </a:p>
        </p:txBody>
      </p:sp>
      <p:pic>
        <p:nvPicPr>
          <p:cNvPr id="7" name="Content Placeholder 6" descr="A laptop screen on the desk in an industrial factory.">
            <a:extLst>
              <a:ext uri="{FF2B5EF4-FFF2-40B4-BE49-F238E27FC236}">
                <a16:creationId xmlns:a16="http://schemas.microsoft.com/office/drawing/2014/main" id="{6855DB1B-7616-434C-A1F8-6975107FA620}"/>
              </a:ext>
            </a:extLst>
          </p:cNvPr>
          <p:cNvPicPr>
            <a:picLocks noGrp="1" noChangeAspect="1"/>
          </p:cNvPicPr>
          <p:nvPr>
            <p:ph type="pic" sz="quarter" idx="13"/>
          </p:nvPr>
        </p:nvPicPr>
        <p:blipFill>
          <a:blip r:embed="rId3"/>
          <a:srcRect l="4993" r="4176" b="2"/>
          <a:stretch>
            <a:fillRect/>
          </a:stretch>
        </p:blipFill>
        <p:spPr>
          <a:xfrm>
            <a:off x="1207008" y="1645920"/>
            <a:ext cx="5987920" cy="4400319"/>
          </a:xfrm>
          <a:noFill/>
        </p:spPr>
      </p:pic>
      <p:sp>
        <p:nvSpPr>
          <p:cNvPr id="5" name="Content Placeholder 4">
            <a:extLst>
              <a:ext uri="{FF2B5EF4-FFF2-40B4-BE49-F238E27FC236}">
                <a16:creationId xmlns:a16="http://schemas.microsoft.com/office/drawing/2014/main" id="{A8B1D195-E0E3-BB2D-869D-F11BDE42857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592654" y="1645920"/>
            <a:ext cx="3380146" cy="4389120"/>
          </a:xfrm>
        </p:spPr>
        <p:txBody>
          <a:bodyPr>
            <a:normAutofit/>
          </a:bodyPr>
          <a:lstStyle/>
          <a:p>
            <a:pPr marL="0" indent="0">
              <a:lnSpc>
                <a:spcPct val="90000"/>
              </a:lnSpc>
              <a:spcBef>
                <a:spcPts val="2500"/>
              </a:spcBef>
              <a:buFont typeface="Arial" panose="020B0604020202020204" pitchFamily="34" charset="0"/>
              <a:buNone/>
            </a:pPr>
            <a:r>
              <a:rPr lang="en-ZA" b="1"/>
              <a:t>Critical Afternoon Revenue</a:t>
            </a:r>
          </a:p>
          <a:p>
            <a:pPr marL="0" lvl="1" indent="0">
              <a:lnSpc>
                <a:spcPct val="90000"/>
              </a:lnSpc>
              <a:buFont typeface="Arial" panose="020B0604020202020204" pitchFamily="34" charset="0"/>
              <a:buNone/>
            </a:pPr>
            <a:r>
              <a:rPr lang="en-US"/>
              <a:t>Afternoon represents the key revenue window requiring focused operational and commercial protection.</a:t>
            </a:r>
            <a:endParaRPr lang="en-ZA"/>
          </a:p>
          <a:p>
            <a:pPr marL="0" indent="0">
              <a:lnSpc>
                <a:spcPct val="90000"/>
              </a:lnSpc>
              <a:spcBef>
                <a:spcPts val="2500"/>
              </a:spcBef>
              <a:buFont typeface="Arial" panose="020B0604020202020204" pitchFamily="34" charset="0"/>
              <a:buNone/>
            </a:pPr>
            <a:r>
              <a:rPr lang="en-ZA" b="1"/>
              <a:t>Time-Dependent Performance</a:t>
            </a:r>
          </a:p>
          <a:p>
            <a:pPr marL="0" lvl="1" indent="0">
              <a:lnSpc>
                <a:spcPct val="90000"/>
              </a:lnSpc>
              <a:buFont typeface="Arial" panose="020B0604020202020204" pitchFamily="34" charset="0"/>
              <a:buNone/>
            </a:pPr>
            <a:r>
              <a:rPr lang="en-US"/>
              <a:t>Product performance varies with time, emphasizing the need for time-based decision-making.</a:t>
            </a:r>
            <a:endParaRPr lang="en-ZA"/>
          </a:p>
          <a:p>
            <a:pPr marL="0" indent="0">
              <a:lnSpc>
                <a:spcPct val="90000"/>
              </a:lnSpc>
              <a:spcBef>
                <a:spcPts val="2500"/>
              </a:spcBef>
              <a:buFont typeface="Arial" panose="020B0604020202020204" pitchFamily="34" charset="0"/>
              <a:buNone/>
            </a:pPr>
            <a:r>
              <a:rPr lang="en-ZA" b="1"/>
              <a:t>Localized Store Optimization</a:t>
            </a:r>
          </a:p>
          <a:p>
            <a:pPr marL="0" lvl="1" indent="0">
              <a:lnSpc>
                <a:spcPct val="90000"/>
              </a:lnSpc>
              <a:buFont typeface="Arial" panose="020B0604020202020204" pitchFamily="34" charset="0"/>
              <a:buNone/>
            </a:pPr>
            <a:r>
              <a:rPr lang="en-US"/>
              <a:t>Distinct demand profiles necessitate store-level customization over centralized approaches.</a:t>
            </a:r>
            <a:endParaRPr lang="en-ZA"/>
          </a:p>
          <a:p>
            <a:pPr marL="0" indent="0">
              <a:lnSpc>
                <a:spcPct val="90000"/>
              </a:lnSpc>
              <a:spcBef>
                <a:spcPts val="2500"/>
              </a:spcBef>
              <a:buFont typeface="Arial" panose="020B0604020202020204" pitchFamily="34" charset="0"/>
              <a:buNone/>
            </a:pPr>
            <a:r>
              <a:rPr lang="en-ZA" b="1"/>
              <a:t>Opportunities in Underperformance</a:t>
            </a:r>
          </a:p>
          <a:p>
            <a:pPr marL="0" lvl="1" indent="0">
              <a:lnSpc>
                <a:spcPct val="90000"/>
              </a:lnSpc>
              <a:buFont typeface="Arial" panose="020B0604020202020204" pitchFamily="34" charset="0"/>
              <a:buNone/>
            </a:pPr>
            <a:r>
              <a:rPr lang="en-US"/>
              <a:t>Underperforming periods like Night offer chances for controlled experimentation and growth.</a:t>
            </a:r>
            <a:endParaRPr lang="en-ZA"/>
          </a:p>
        </p:txBody>
      </p:sp>
      <p:sp>
        <p:nvSpPr>
          <p:cNvPr id="6" name="Slide Number Placeholder 5">
            <a:extLst>
              <a:ext uri="{FF2B5EF4-FFF2-40B4-BE49-F238E27FC236}">
                <a16:creationId xmlns:a16="http://schemas.microsoft.com/office/drawing/2014/main" id="{0B391AF9-B795-A66B-93CF-3F8452335C2B}"/>
              </a:ext>
            </a:extLst>
          </p:cNvPr>
          <p:cNvSpPr>
            <a:spLocks noGrp="1"/>
          </p:cNvSpPr>
          <p:nvPr>
            <p:ph type="sldNum" sz="quarter" idx="12"/>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9</a:t>
            </a:fld>
            <a:endParaRPr lang="en-US"/>
          </a:p>
        </p:txBody>
      </p:sp>
    </p:spTree>
    <p:extLst>
      <p:ext uri="{BB962C8B-B14F-4D97-AF65-F5344CB8AC3E}">
        <p14:creationId xmlns:p14="http://schemas.microsoft.com/office/powerpoint/2010/main" val="26183719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DE83-AE7E-2CFE-5851-8C60A05BC2E5}"/>
              </a:ext>
            </a:extLst>
          </p:cNvPr>
          <p:cNvSpPr>
            <a:spLocks noGrp="1"/>
          </p:cNvSpPr>
          <p:nvPr>
            <p:ph type="title"/>
          </p:nvPr>
        </p:nvSpPr>
        <p:spPr>
          <a:xfrm>
            <a:off x="1069849" y="640080"/>
            <a:ext cx="10058400" cy="731519"/>
          </a:xfrm>
        </p:spPr>
        <p:txBody>
          <a:bodyPr anchor="t">
            <a:normAutofit/>
          </a:bodyPr>
          <a:lstStyle/>
          <a:p>
            <a:r>
              <a:rPr lang="en-US" sz="3700"/>
              <a:t>Actions to Improve Sales Performance</a:t>
            </a:r>
          </a:p>
        </p:txBody>
      </p:sp>
      <p:sp>
        <p:nvSpPr>
          <p:cNvPr id="3" name="Footer Placeholder 2">
            <a:extLst>
              <a:ext uri="{FF2B5EF4-FFF2-40B4-BE49-F238E27FC236}">
                <a16:creationId xmlns:a16="http://schemas.microsoft.com/office/drawing/2014/main" id="{66FF7165-C098-A540-756E-C6A7B46945D0}"/>
              </a:ext>
            </a:extLst>
          </p:cNvPr>
          <p:cNvSpPr>
            <a:spLocks noGrp="1"/>
          </p:cNvSpPr>
          <p:nvPr>
            <p:ph type="ftr" sz="quarter" idx="11"/>
          </p:nvPr>
        </p:nvSpPr>
        <p:spPr>
          <a:xfrm rot="16200000">
            <a:off x="-1005840" y="1525384"/>
            <a:ext cx="2805405" cy="365125"/>
          </a:xfrm>
        </p:spPr>
        <p:txBody>
          <a:bodyPr anchor="ctr">
            <a:normAutofit/>
          </a:bodyPr>
          <a:lstStyle/>
          <a:p>
            <a:pPr>
              <a:spcAft>
                <a:spcPts val="600"/>
              </a:spcAft>
            </a:pPr>
            <a:r>
              <a:rPr lang="en-US"/>
              <a:t>SAMPLE FOOTER TEXT</a:t>
            </a:r>
          </a:p>
        </p:txBody>
      </p:sp>
      <p:sp>
        <p:nvSpPr>
          <p:cNvPr id="4" name="Content Placeholder 3">
            <a:extLst>
              <a:ext uri="{FF2B5EF4-FFF2-40B4-BE49-F238E27FC236}">
                <a16:creationId xmlns:a16="http://schemas.microsoft.com/office/drawing/2014/main" id="{AE48F199-DC97-187F-3B2C-2A10EACA6BD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069975" y="1463675"/>
            <a:ext cx="10052050" cy="4754563"/>
          </a:xfrm>
        </p:spPr>
        <p:txBody>
          <a:bodyPr>
            <a:normAutofit/>
          </a:bodyPr>
          <a:lstStyle/>
          <a:p>
            <a:pPr marL="0" indent="0">
              <a:spcBef>
                <a:spcPts val="2500"/>
              </a:spcBef>
              <a:buFont typeface="Arial" panose="020B0604020202020204" pitchFamily="34" charset="0"/>
              <a:buNone/>
            </a:pPr>
            <a:r>
              <a:rPr lang="en-ZA" b="1" dirty="0"/>
              <a:t>Optimize Peak Hour Staffing</a:t>
            </a:r>
          </a:p>
          <a:p>
            <a:pPr marL="0" lvl="1" indent="0">
              <a:buFont typeface="Arial" panose="020B0604020202020204" pitchFamily="34" charset="0"/>
              <a:buNone/>
            </a:pPr>
            <a:r>
              <a:rPr lang="en-US" dirty="0"/>
              <a:t>Prioritize staffing, speed, and product availability during afternoon peak hours to capture maximum demand.</a:t>
            </a:r>
            <a:endParaRPr lang="en-ZA" dirty="0"/>
          </a:p>
          <a:p>
            <a:pPr marL="0" indent="0">
              <a:spcBef>
                <a:spcPts val="2500"/>
              </a:spcBef>
              <a:buFont typeface="Arial" panose="020B0604020202020204" pitchFamily="34" charset="0"/>
              <a:buNone/>
            </a:pPr>
            <a:r>
              <a:rPr lang="en-ZA" b="1" dirty="0"/>
              <a:t>Target Evening Promotions</a:t>
            </a:r>
          </a:p>
          <a:p>
            <a:pPr marL="0" lvl="1" indent="0">
              <a:buFont typeface="Arial" panose="020B0604020202020204" pitchFamily="34" charset="0"/>
              <a:buNone/>
            </a:pPr>
            <a:r>
              <a:rPr lang="en-US" dirty="0"/>
              <a:t>Introduce targeted promotions for bakery and drinking chocolate in evening and night to boost weaker periods.</a:t>
            </a:r>
            <a:endParaRPr lang="en-ZA" dirty="0"/>
          </a:p>
          <a:p>
            <a:pPr marL="0" indent="0">
              <a:spcBef>
                <a:spcPts val="2500"/>
              </a:spcBef>
              <a:buFont typeface="Arial" panose="020B0604020202020204" pitchFamily="34" charset="0"/>
              <a:buNone/>
            </a:pPr>
            <a:r>
              <a:rPr lang="en-ZA" b="1" dirty="0"/>
              <a:t>Store-Specific Strategies</a:t>
            </a:r>
          </a:p>
          <a:p>
            <a:pPr marL="0" lvl="1" indent="0">
              <a:buFont typeface="Arial" panose="020B0604020202020204" pitchFamily="34" charset="0"/>
              <a:buNone/>
            </a:pPr>
            <a:r>
              <a:rPr lang="en-US" dirty="0"/>
              <a:t>Tailor sales strategies by store, leveraging strengths of different locations at various times of day.</a:t>
            </a:r>
            <a:endParaRPr lang="en-ZA" dirty="0"/>
          </a:p>
          <a:p>
            <a:pPr marL="0" indent="0">
              <a:spcBef>
                <a:spcPts val="2500"/>
              </a:spcBef>
              <a:buFont typeface="Arial" panose="020B0604020202020204" pitchFamily="34" charset="0"/>
              <a:buNone/>
            </a:pPr>
            <a:r>
              <a:rPr lang="en-ZA" b="1" dirty="0"/>
              <a:t>Increase Transaction Value</a:t>
            </a:r>
          </a:p>
          <a:p>
            <a:pPr marL="0" lvl="1" indent="0">
              <a:buFont typeface="Arial" panose="020B0604020202020204" pitchFamily="34" charset="0"/>
              <a:buNone/>
            </a:pPr>
            <a:r>
              <a:rPr lang="en-US" dirty="0"/>
              <a:t>Use bundling and cross-selling, pairing beverages with bakery items to increase average transaction value.</a:t>
            </a:r>
            <a:endParaRPr lang="en-ZA" dirty="0"/>
          </a:p>
          <a:p>
            <a:pPr marL="0" indent="0">
              <a:spcBef>
                <a:spcPts val="2500"/>
              </a:spcBef>
              <a:buFont typeface="Arial" panose="020B0604020202020204" pitchFamily="34" charset="0"/>
              <a:buNone/>
            </a:pPr>
            <a:r>
              <a:rPr lang="en-ZA" b="1" dirty="0"/>
              <a:t>Continuous Performance Monitoring</a:t>
            </a:r>
          </a:p>
          <a:p>
            <a:pPr marL="0" lvl="1" indent="0">
              <a:buFont typeface="Arial" panose="020B0604020202020204" pitchFamily="34" charset="0"/>
              <a:buNone/>
            </a:pPr>
            <a:r>
              <a:rPr lang="en-US" dirty="0"/>
              <a:t>Monitor sales performance continuously by time and store to enable rapid adjustments and sustained growth.</a:t>
            </a:r>
            <a:endParaRPr lang="en-ZA" dirty="0"/>
          </a:p>
        </p:txBody>
      </p:sp>
      <p:sp>
        <p:nvSpPr>
          <p:cNvPr id="5" name="Slide Number Placeholder 4">
            <a:extLst>
              <a:ext uri="{FF2B5EF4-FFF2-40B4-BE49-F238E27FC236}">
                <a16:creationId xmlns:a16="http://schemas.microsoft.com/office/drawing/2014/main" id="{DAB5966A-B32B-4301-E363-D19779E0E4A7}"/>
              </a:ext>
            </a:extLst>
          </p:cNvPr>
          <p:cNvSpPr>
            <a:spLocks noGrp="1"/>
          </p:cNvSpPr>
          <p:nvPr>
            <p:ph type="sldNum" sz="quarter" idx="12"/>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10</a:t>
            </a:fld>
            <a:endParaRPr lang="en-US"/>
          </a:p>
        </p:txBody>
      </p:sp>
    </p:spTree>
    <p:extLst>
      <p:ext uri="{BB962C8B-B14F-4D97-AF65-F5344CB8AC3E}">
        <p14:creationId xmlns:p14="http://schemas.microsoft.com/office/powerpoint/2010/main" val="20013120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Circinate">
  <a:themeElements>
    <a:clrScheme name="Custom 9">
      <a:dk1>
        <a:srgbClr val="2C2F21"/>
      </a:dk1>
      <a:lt1>
        <a:srgbClr val="EBE3D8"/>
      </a:lt1>
      <a:dk2>
        <a:srgbClr val="000000"/>
      </a:dk2>
      <a:lt2>
        <a:srgbClr val="FFFFFF"/>
      </a:lt2>
      <a:accent1>
        <a:srgbClr val="625D3F"/>
      </a:accent1>
      <a:accent2>
        <a:srgbClr val="0E273F"/>
      </a:accent2>
      <a:accent3>
        <a:srgbClr val="C9C4BE"/>
      </a:accent3>
      <a:accent4>
        <a:srgbClr val="A39481"/>
      </a:accent4>
      <a:accent5>
        <a:srgbClr val="2C1E20"/>
      </a:accent5>
      <a:accent6>
        <a:srgbClr val="E8E8E8"/>
      </a:accent6>
      <a:hlink>
        <a:srgbClr val="467886"/>
      </a:hlink>
      <a:folHlink>
        <a:srgbClr val="96607D"/>
      </a:folHlink>
    </a:clrScheme>
    <a:fontScheme name="Custom 22">
      <a:majorFont>
        <a:latin typeface="Bahnschrift Light"/>
        <a:ea typeface=""/>
        <a:cs typeface=""/>
      </a:majorFont>
      <a:minorFont>
        <a:latin typeface="Bahnschrif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ircinate_CoPilot Layouts_win32_EF_v10" id="{57103A69-FC02-49FB-8E53-10BABFFCD93C}" vid="{B3D2483F-31ED-465D-9D6C-68F8665CCF9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1958</Words>
  <Application>Microsoft Office PowerPoint</Application>
  <PresentationFormat>Widescreen</PresentationFormat>
  <Paragraphs>120</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Bahnschrift Light</vt:lpstr>
      <vt:lpstr>Calibri</vt:lpstr>
      <vt:lpstr>Circinate</vt:lpstr>
      <vt:lpstr>Executive Sales Performance Overview</vt:lpstr>
      <vt:lpstr>Executive Overview</vt:lpstr>
      <vt:lpstr>Total Sales by Product Category</vt:lpstr>
      <vt:lpstr>Sales by Store Location</vt:lpstr>
      <vt:lpstr>Overall Sales by Time of Day</vt:lpstr>
      <vt:lpstr>Coffee Performance Insights</vt:lpstr>
      <vt:lpstr>Tea Performance Insights</vt:lpstr>
      <vt:lpstr>Bakery &amp; Drinking Chocolate Insights</vt:lpstr>
      <vt:lpstr>Key Strategic Observations</vt:lpstr>
      <vt:lpstr>Actions to Improve Sales Performance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LesegoP@firsttech.co.za</dc:creator>
  <cp:lastModifiedBy>Lesego Putsoa</cp:lastModifiedBy>
  <cp:revision>4</cp:revision>
  <dcterms:modified xsi:type="dcterms:W3CDTF">2026-03-30T19:22:09Z</dcterms:modified>
</cp:coreProperties>
</file>